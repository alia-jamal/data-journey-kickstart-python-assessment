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83344" r:id="rId2"/>
    <p:sldId id="2147483345" r:id="rId3"/>
    <p:sldId id="2147483351" r:id="rId4"/>
    <p:sldId id="2147483352" r:id="rId5"/>
    <p:sldId id="2147483349" r:id="rId6"/>
    <p:sldId id="214748335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1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97FC5A-3856-4795-A694-3375496D5A5A}" v="146" dt="2026-05-31T18:35:55.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Zulhafizal Misrat (Dev/Upstream)" userId="1a40e0f6-82e2-4ab8-8f60-73205971a719" providerId="ADAL" clId="{319D3B79-FBF7-4AFE-B94B-6E5F443648A6}"/>
    <pc:docChg chg="undo custSel addSld delSld modSld">
      <pc:chgData name="M Zulhafizal Misrat (Dev/Upstream)" userId="1a40e0f6-82e2-4ab8-8f60-73205971a719" providerId="ADAL" clId="{319D3B79-FBF7-4AFE-B94B-6E5F443648A6}" dt="2026-05-31T18:36:03.351" v="3600" actId="1036"/>
      <pc:docMkLst>
        <pc:docMk/>
      </pc:docMkLst>
      <pc:sldChg chg="del">
        <pc:chgData name="M Zulhafizal Misrat (Dev/Upstream)" userId="1a40e0f6-82e2-4ab8-8f60-73205971a719" providerId="ADAL" clId="{319D3B79-FBF7-4AFE-B94B-6E5F443648A6}" dt="2026-05-31T07:48:58.050" v="1" actId="47"/>
        <pc:sldMkLst>
          <pc:docMk/>
          <pc:sldMk cId="1714277468" sldId="256"/>
        </pc:sldMkLst>
      </pc:sldChg>
      <pc:sldChg chg="addSp delSp modSp add mod">
        <pc:chgData name="M Zulhafizal Misrat (Dev/Upstream)" userId="1a40e0f6-82e2-4ab8-8f60-73205971a719" providerId="ADAL" clId="{319D3B79-FBF7-4AFE-B94B-6E5F443648A6}" dt="2026-05-31T17:50:59.225" v="1981" actId="208"/>
        <pc:sldMkLst>
          <pc:docMk/>
          <pc:sldMk cId="729241589" sldId="2147483344"/>
        </pc:sldMkLst>
        <pc:spChg chg="add del mod">
          <ac:chgData name="M Zulhafizal Misrat (Dev/Upstream)" userId="1a40e0f6-82e2-4ab8-8f60-73205971a719" providerId="ADAL" clId="{319D3B79-FBF7-4AFE-B94B-6E5F443648A6}" dt="2026-05-31T09:12:18.254" v="772"/>
          <ac:spMkLst>
            <pc:docMk/>
            <pc:sldMk cId="729241589" sldId="2147483344"/>
            <ac:spMk id="5" creationId="{2C889A95-A611-4BD1-E39E-2564088F40B7}"/>
          </ac:spMkLst>
        </pc:spChg>
        <pc:spChg chg="add mod">
          <ac:chgData name="M Zulhafizal Misrat (Dev/Upstream)" userId="1a40e0f6-82e2-4ab8-8f60-73205971a719" providerId="ADAL" clId="{319D3B79-FBF7-4AFE-B94B-6E5F443648A6}" dt="2026-05-31T09:36:04.379" v="1239" actId="1035"/>
          <ac:spMkLst>
            <pc:docMk/>
            <pc:sldMk cId="729241589" sldId="2147483344"/>
            <ac:spMk id="11" creationId="{CE5144D4-F02A-A601-726C-2E5A00ED320F}"/>
          </ac:spMkLst>
        </pc:spChg>
        <pc:spChg chg="mod">
          <ac:chgData name="M Zulhafizal Misrat (Dev/Upstream)" userId="1a40e0f6-82e2-4ab8-8f60-73205971a719" providerId="ADAL" clId="{319D3B79-FBF7-4AFE-B94B-6E5F443648A6}" dt="2026-05-31T08:57:01.633" v="26" actId="20577"/>
          <ac:spMkLst>
            <pc:docMk/>
            <pc:sldMk cId="729241589" sldId="2147483344"/>
            <ac:spMk id="20" creationId="{FA08C8E5-0F90-140A-B18F-C7371A7A11F3}"/>
          </ac:spMkLst>
        </pc:spChg>
        <pc:spChg chg="mod">
          <ac:chgData name="M Zulhafizal Misrat (Dev/Upstream)" userId="1a40e0f6-82e2-4ab8-8f60-73205971a719" providerId="ADAL" clId="{319D3B79-FBF7-4AFE-B94B-6E5F443648A6}" dt="2026-05-31T09:13:00.258" v="782" actId="20577"/>
          <ac:spMkLst>
            <pc:docMk/>
            <pc:sldMk cId="729241589" sldId="2147483344"/>
            <ac:spMk id="33" creationId="{F0069BF6-DCD9-7AE9-A767-C7D85E004E68}"/>
          </ac:spMkLst>
        </pc:spChg>
        <pc:spChg chg="del">
          <ac:chgData name="M Zulhafizal Misrat (Dev/Upstream)" userId="1a40e0f6-82e2-4ab8-8f60-73205971a719" providerId="ADAL" clId="{319D3B79-FBF7-4AFE-B94B-6E5F443648A6}" dt="2026-05-31T08:59:21.287" v="177" actId="478"/>
          <ac:spMkLst>
            <pc:docMk/>
            <pc:sldMk cId="729241589" sldId="2147483344"/>
            <ac:spMk id="36" creationId="{2682C1B1-43A7-6320-C5ED-B472A3AC0892}"/>
          </ac:spMkLst>
        </pc:spChg>
        <pc:spChg chg="del">
          <ac:chgData name="M Zulhafizal Misrat (Dev/Upstream)" userId="1a40e0f6-82e2-4ab8-8f60-73205971a719" providerId="ADAL" clId="{319D3B79-FBF7-4AFE-B94B-6E5F443648A6}" dt="2026-05-31T08:59:22.292" v="178" actId="478"/>
          <ac:spMkLst>
            <pc:docMk/>
            <pc:sldMk cId="729241589" sldId="2147483344"/>
            <ac:spMk id="41" creationId="{DBE5D59F-11B4-4D7F-6BA0-F5FF08F3B477}"/>
          </ac:spMkLst>
        </pc:spChg>
        <pc:spChg chg="del">
          <ac:chgData name="M Zulhafizal Misrat (Dev/Upstream)" userId="1a40e0f6-82e2-4ab8-8f60-73205971a719" providerId="ADAL" clId="{319D3B79-FBF7-4AFE-B94B-6E5F443648A6}" dt="2026-05-31T08:59:18.015" v="175" actId="478"/>
          <ac:spMkLst>
            <pc:docMk/>
            <pc:sldMk cId="729241589" sldId="2147483344"/>
            <ac:spMk id="42" creationId="{E752CB67-E2E1-DF90-BD94-C61FDECA8D4F}"/>
          </ac:spMkLst>
        </pc:spChg>
        <pc:spChg chg="del">
          <ac:chgData name="M Zulhafizal Misrat (Dev/Upstream)" userId="1a40e0f6-82e2-4ab8-8f60-73205971a719" providerId="ADAL" clId="{319D3B79-FBF7-4AFE-B94B-6E5F443648A6}" dt="2026-05-31T08:59:19.260" v="176" actId="478"/>
          <ac:spMkLst>
            <pc:docMk/>
            <pc:sldMk cId="729241589" sldId="2147483344"/>
            <ac:spMk id="43" creationId="{6CDA45F6-6E13-95C1-C672-14CFD3BADFD3}"/>
          </ac:spMkLst>
        </pc:spChg>
        <pc:spChg chg="add del mod">
          <ac:chgData name="M Zulhafizal Misrat (Dev/Upstream)" userId="1a40e0f6-82e2-4ab8-8f60-73205971a719" providerId="ADAL" clId="{319D3B79-FBF7-4AFE-B94B-6E5F443648A6}" dt="2026-05-31T09:13:00.777" v="783" actId="478"/>
          <ac:spMkLst>
            <pc:docMk/>
            <pc:sldMk cId="729241589" sldId="2147483344"/>
            <ac:spMk id="61" creationId="{966F6A68-8D2B-6573-57EB-C4FC575063CB}"/>
          </ac:spMkLst>
        </pc:spChg>
        <pc:spChg chg="del">
          <ac:chgData name="M Zulhafizal Misrat (Dev/Upstream)" userId="1a40e0f6-82e2-4ab8-8f60-73205971a719" providerId="ADAL" clId="{319D3B79-FBF7-4AFE-B94B-6E5F443648A6}" dt="2026-05-31T07:49:09.210" v="3" actId="478"/>
          <ac:spMkLst>
            <pc:docMk/>
            <pc:sldMk cId="729241589" sldId="2147483344"/>
            <ac:spMk id="62" creationId="{EF40953B-43E5-E85A-B20E-F44089CD6C8B}"/>
          </ac:spMkLst>
        </pc:spChg>
        <pc:graphicFrameChg chg="add mod">
          <ac:chgData name="M Zulhafizal Misrat (Dev/Upstream)" userId="1a40e0f6-82e2-4ab8-8f60-73205971a719" providerId="ADAL" clId="{319D3B79-FBF7-4AFE-B94B-6E5F443648A6}" dt="2026-05-31T09:11:54.569" v="765"/>
          <ac:graphicFrameMkLst>
            <pc:docMk/>
            <pc:sldMk cId="729241589" sldId="2147483344"/>
            <ac:graphicFrameMk id="6" creationId="{0987E4E2-1056-2825-7E94-263ED24EEFB1}"/>
          </ac:graphicFrameMkLst>
        </pc:graphicFrameChg>
        <pc:graphicFrameChg chg="add mod">
          <ac:chgData name="M Zulhafizal Misrat (Dev/Upstream)" userId="1a40e0f6-82e2-4ab8-8f60-73205971a719" providerId="ADAL" clId="{319D3B79-FBF7-4AFE-B94B-6E5F443648A6}" dt="2026-05-31T09:11:59.147" v="767"/>
          <ac:graphicFrameMkLst>
            <pc:docMk/>
            <pc:sldMk cId="729241589" sldId="2147483344"/>
            <ac:graphicFrameMk id="7" creationId="{6547C969-FBD7-6A69-D263-CD7491D8DA8E}"/>
          </ac:graphicFrameMkLst>
        </pc:graphicFrameChg>
        <pc:graphicFrameChg chg="add mod">
          <ac:chgData name="M Zulhafizal Misrat (Dev/Upstream)" userId="1a40e0f6-82e2-4ab8-8f60-73205971a719" providerId="ADAL" clId="{319D3B79-FBF7-4AFE-B94B-6E5F443648A6}" dt="2026-05-31T09:12:17.512" v="770" actId="1076"/>
          <ac:graphicFrameMkLst>
            <pc:docMk/>
            <pc:sldMk cId="729241589" sldId="2147483344"/>
            <ac:graphicFrameMk id="8" creationId="{417CD484-AE47-7CA4-5F8A-676030404551}"/>
          </ac:graphicFrameMkLst>
        </pc:graphicFrameChg>
        <pc:graphicFrameChg chg="add mod">
          <ac:chgData name="M Zulhafizal Misrat (Dev/Upstream)" userId="1a40e0f6-82e2-4ab8-8f60-73205971a719" providerId="ADAL" clId="{319D3B79-FBF7-4AFE-B94B-6E5F443648A6}" dt="2026-05-31T09:12:19.150" v="773"/>
          <ac:graphicFrameMkLst>
            <pc:docMk/>
            <pc:sldMk cId="729241589" sldId="2147483344"/>
            <ac:graphicFrameMk id="9" creationId="{3BF2F5D0-4629-2CD3-A50B-372B91D7A55B}"/>
          </ac:graphicFrameMkLst>
        </pc:graphicFrameChg>
        <pc:graphicFrameChg chg="del">
          <ac:chgData name="M Zulhafizal Misrat (Dev/Upstream)" userId="1a40e0f6-82e2-4ab8-8f60-73205971a719" providerId="ADAL" clId="{319D3B79-FBF7-4AFE-B94B-6E5F443648A6}" dt="2026-05-31T07:49:06.668" v="2" actId="478"/>
          <ac:graphicFrameMkLst>
            <pc:docMk/>
            <pc:sldMk cId="729241589" sldId="2147483344"/>
            <ac:graphicFrameMk id="37" creationId="{34B5B8C7-AED0-D25A-3AB3-B9C04111C32D}"/>
          </ac:graphicFrameMkLst>
        </pc:graphicFrameChg>
        <pc:graphicFrameChg chg="del">
          <ac:chgData name="M Zulhafizal Misrat (Dev/Upstream)" userId="1a40e0f6-82e2-4ab8-8f60-73205971a719" providerId="ADAL" clId="{319D3B79-FBF7-4AFE-B94B-6E5F443648A6}" dt="2026-05-31T07:49:06.668" v="2" actId="478"/>
          <ac:graphicFrameMkLst>
            <pc:docMk/>
            <pc:sldMk cId="729241589" sldId="2147483344"/>
            <ac:graphicFrameMk id="38" creationId="{3E38FD54-7647-D764-A064-72F465993852}"/>
          </ac:graphicFrameMkLst>
        </pc:graphicFrameChg>
        <pc:graphicFrameChg chg="del">
          <ac:chgData name="M Zulhafizal Misrat (Dev/Upstream)" userId="1a40e0f6-82e2-4ab8-8f60-73205971a719" providerId="ADAL" clId="{319D3B79-FBF7-4AFE-B94B-6E5F443648A6}" dt="2026-05-31T07:49:06.668" v="2" actId="478"/>
          <ac:graphicFrameMkLst>
            <pc:docMk/>
            <pc:sldMk cId="729241589" sldId="2147483344"/>
            <ac:graphicFrameMk id="40" creationId="{22606297-9ECC-CDE8-0F13-348C3AB4BD10}"/>
          </ac:graphicFrameMkLst>
        </pc:graphicFrameChg>
        <pc:graphicFrameChg chg="del">
          <ac:chgData name="M Zulhafizal Misrat (Dev/Upstream)" userId="1a40e0f6-82e2-4ab8-8f60-73205971a719" providerId="ADAL" clId="{319D3B79-FBF7-4AFE-B94B-6E5F443648A6}" dt="2026-05-31T08:59:23.568" v="179" actId="478"/>
          <ac:graphicFrameMkLst>
            <pc:docMk/>
            <pc:sldMk cId="729241589" sldId="2147483344"/>
            <ac:graphicFrameMk id="60" creationId="{4B74A7F1-25BF-7162-D7F1-4B8759689B3D}"/>
          </ac:graphicFrameMkLst>
        </pc:graphicFrameChg>
        <pc:picChg chg="add del mod">
          <ac:chgData name="M Zulhafizal Misrat (Dev/Upstream)" userId="1a40e0f6-82e2-4ab8-8f60-73205971a719" providerId="ADAL" clId="{319D3B79-FBF7-4AFE-B94B-6E5F443648A6}" dt="2026-05-31T09:32:44.965" v="1197" actId="478"/>
          <ac:picMkLst>
            <pc:docMk/>
            <pc:sldMk cId="729241589" sldId="2147483344"/>
            <ac:picMk id="3" creationId="{8F0D15E8-BF13-B735-335A-5170545D91C4}"/>
          </ac:picMkLst>
        </pc:picChg>
        <pc:picChg chg="add del mod">
          <ac:chgData name="M Zulhafizal Misrat (Dev/Upstream)" userId="1a40e0f6-82e2-4ab8-8f60-73205971a719" providerId="ADAL" clId="{319D3B79-FBF7-4AFE-B94B-6E5F443648A6}" dt="2026-05-31T09:34:31.487" v="1204" actId="478"/>
          <ac:picMkLst>
            <pc:docMk/>
            <pc:sldMk cId="729241589" sldId="2147483344"/>
            <ac:picMk id="13" creationId="{E71803A9-095F-0A93-17FC-1237CC87384F}"/>
          </ac:picMkLst>
        </pc:picChg>
        <pc:picChg chg="add del mod">
          <ac:chgData name="M Zulhafizal Misrat (Dev/Upstream)" userId="1a40e0f6-82e2-4ab8-8f60-73205971a719" providerId="ADAL" clId="{319D3B79-FBF7-4AFE-B94B-6E5F443648A6}" dt="2026-05-31T17:50:12.821" v="1975" actId="478"/>
          <ac:picMkLst>
            <pc:docMk/>
            <pc:sldMk cId="729241589" sldId="2147483344"/>
            <ac:picMk id="15" creationId="{A906F808-F53C-117A-2A3B-D07E7A4DDF76}"/>
          </ac:picMkLst>
        </pc:picChg>
        <pc:picChg chg="add mod">
          <ac:chgData name="M Zulhafizal Misrat (Dev/Upstream)" userId="1a40e0f6-82e2-4ab8-8f60-73205971a719" providerId="ADAL" clId="{319D3B79-FBF7-4AFE-B94B-6E5F443648A6}" dt="2026-05-31T17:50:59.225" v="1981" actId="208"/>
          <ac:picMkLst>
            <pc:docMk/>
            <pc:sldMk cId="729241589" sldId="2147483344"/>
            <ac:picMk id="19" creationId="{F687287F-4786-11BD-DA7A-ECD8C5D0FA1C}"/>
          </ac:picMkLst>
        </pc:picChg>
      </pc:sldChg>
      <pc:sldChg chg="addSp delSp modSp add mod">
        <pc:chgData name="M Zulhafizal Misrat (Dev/Upstream)" userId="1a40e0f6-82e2-4ab8-8f60-73205971a719" providerId="ADAL" clId="{319D3B79-FBF7-4AFE-B94B-6E5F443648A6}" dt="2026-05-31T18:24:37.680" v="3505" actId="20577"/>
        <pc:sldMkLst>
          <pc:docMk/>
          <pc:sldMk cId="1652963850" sldId="2147483345"/>
        </pc:sldMkLst>
        <pc:spChg chg="add del">
          <ac:chgData name="M Zulhafizal Misrat (Dev/Upstream)" userId="1a40e0f6-82e2-4ab8-8f60-73205971a719" providerId="ADAL" clId="{319D3B79-FBF7-4AFE-B94B-6E5F443648A6}" dt="2026-05-31T08:56:45.025" v="14" actId="22"/>
          <ac:spMkLst>
            <pc:docMk/>
            <pc:sldMk cId="1652963850" sldId="2147483345"/>
            <ac:spMk id="3" creationId="{6994F697-FC76-1B14-9374-7B4386B8CB72}"/>
          </ac:spMkLst>
        </pc:spChg>
        <pc:spChg chg="mod">
          <ac:chgData name="M Zulhafizal Misrat (Dev/Upstream)" userId="1a40e0f6-82e2-4ab8-8f60-73205971a719" providerId="ADAL" clId="{319D3B79-FBF7-4AFE-B94B-6E5F443648A6}" dt="2026-05-31T08:57:17.301" v="47" actId="20577"/>
          <ac:spMkLst>
            <pc:docMk/>
            <pc:sldMk cId="1652963850" sldId="2147483345"/>
            <ac:spMk id="20" creationId="{6538F0C5-601C-F6C7-82FE-0C08D5BC2DFB}"/>
          </ac:spMkLst>
        </pc:spChg>
        <pc:spChg chg="add del">
          <ac:chgData name="M Zulhafizal Misrat (Dev/Upstream)" userId="1a40e0f6-82e2-4ab8-8f60-73205971a719" providerId="ADAL" clId="{319D3B79-FBF7-4AFE-B94B-6E5F443648A6}" dt="2026-05-31T09:13:17.603" v="786" actId="478"/>
          <ac:spMkLst>
            <pc:docMk/>
            <pc:sldMk cId="1652963850" sldId="2147483345"/>
            <ac:spMk id="33" creationId="{8720CAAF-8B00-9CA6-C682-D8130263E8E6}"/>
          </ac:spMkLst>
        </pc:spChg>
        <pc:spChg chg="add del mod">
          <ac:chgData name="M Zulhafizal Misrat (Dev/Upstream)" userId="1a40e0f6-82e2-4ab8-8f60-73205971a719" providerId="ADAL" clId="{319D3B79-FBF7-4AFE-B94B-6E5F443648A6}" dt="2026-05-31T09:13:19.867" v="787" actId="478"/>
          <ac:spMkLst>
            <pc:docMk/>
            <pc:sldMk cId="1652963850" sldId="2147483345"/>
            <ac:spMk id="36" creationId="{3992B648-113E-8C16-C3EF-726B6A461C1D}"/>
          </ac:spMkLst>
        </pc:spChg>
        <pc:spChg chg="add del">
          <ac:chgData name="M Zulhafizal Misrat (Dev/Upstream)" userId="1a40e0f6-82e2-4ab8-8f60-73205971a719" providerId="ADAL" clId="{319D3B79-FBF7-4AFE-B94B-6E5F443648A6}" dt="2026-05-31T09:13:19.867" v="787" actId="478"/>
          <ac:spMkLst>
            <pc:docMk/>
            <pc:sldMk cId="1652963850" sldId="2147483345"/>
            <ac:spMk id="41" creationId="{B0EDD5B3-077E-87AF-B986-079851837DFA}"/>
          </ac:spMkLst>
        </pc:spChg>
        <pc:spChg chg="add del mod">
          <ac:chgData name="M Zulhafizal Misrat (Dev/Upstream)" userId="1a40e0f6-82e2-4ab8-8f60-73205971a719" providerId="ADAL" clId="{319D3B79-FBF7-4AFE-B94B-6E5F443648A6}" dt="2026-05-31T09:13:19.867" v="787" actId="478"/>
          <ac:spMkLst>
            <pc:docMk/>
            <pc:sldMk cId="1652963850" sldId="2147483345"/>
            <ac:spMk id="42" creationId="{21D80CA8-3EFF-6620-8CE9-1D3BA4988425}"/>
          </ac:spMkLst>
        </pc:spChg>
        <pc:spChg chg="add del">
          <ac:chgData name="M Zulhafizal Misrat (Dev/Upstream)" userId="1a40e0f6-82e2-4ab8-8f60-73205971a719" providerId="ADAL" clId="{319D3B79-FBF7-4AFE-B94B-6E5F443648A6}" dt="2026-05-31T09:13:19.867" v="787" actId="478"/>
          <ac:spMkLst>
            <pc:docMk/>
            <pc:sldMk cId="1652963850" sldId="2147483345"/>
            <ac:spMk id="43" creationId="{73518E5E-25EE-1180-2474-277FA22C1E5A}"/>
          </ac:spMkLst>
        </pc:spChg>
        <pc:spChg chg="add del mod">
          <ac:chgData name="M Zulhafizal Misrat (Dev/Upstream)" userId="1a40e0f6-82e2-4ab8-8f60-73205971a719" providerId="ADAL" clId="{319D3B79-FBF7-4AFE-B94B-6E5F443648A6}" dt="2026-05-31T09:13:19.867" v="787" actId="478"/>
          <ac:spMkLst>
            <pc:docMk/>
            <pc:sldMk cId="1652963850" sldId="2147483345"/>
            <ac:spMk id="61" creationId="{2AEFC8DC-7388-6D81-AAE6-710100913F47}"/>
          </ac:spMkLst>
        </pc:spChg>
        <pc:graphicFrameChg chg="add mod modGraphic">
          <ac:chgData name="M Zulhafizal Misrat (Dev/Upstream)" userId="1a40e0f6-82e2-4ab8-8f60-73205971a719" providerId="ADAL" clId="{319D3B79-FBF7-4AFE-B94B-6E5F443648A6}" dt="2026-05-31T18:24:27.836" v="3495"/>
          <ac:graphicFrameMkLst>
            <pc:docMk/>
            <pc:sldMk cId="1652963850" sldId="2147483345"/>
            <ac:graphicFrameMk id="5" creationId="{58811131-CDEB-DC53-B79B-96DC99FCE5D5}"/>
          </ac:graphicFrameMkLst>
        </pc:graphicFrameChg>
        <pc:graphicFrameChg chg="add del mod modGraphic">
          <ac:chgData name="M Zulhafizal Misrat (Dev/Upstream)" userId="1a40e0f6-82e2-4ab8-8f60-73205971a719" providerId="ADAL" clId="{319D3B79-FBF7-4AFE-B94B-6E5F443648A6}" dt="2026-05-31T09:19:24.322" v="981" actId="478"/>
          <ac:graphicFrameMkLst>
            <pc:docMk/>
            <pc:sldMk cId="1652963850" sldId="2147483345"/>
            <ac:graphicFrameMk id="6" creationId="{33413C1B-1AC7-06B0-090E-29BF90F7F2F3}"/>
          </ac:graphicFrameMkLst>
        </pc:graphicFrameChg>
        <pc:graphicFrameChg chg="add mod modGraphic">
          <ac:chgData name="M Zulhafizal Misrat (Dev/Upstream)" userId="1a40e0f6-82e2-4ab8-8f60-73205971a719" providerId="ADAL" clId="{319D3B79-FBF7-4AFE-B94B-6E5F443648A6}" dt="2026-05-31T18:24:37.680" v="3505" actId="20577"/>
          <ac:graphicFrameMkLst>
            <pc:docMk/>
            <pc:sldMk cId="1652963850" sldId="2147483345"/>
            <ac:graphicFrameMk id="7" creationId="{4848E699-116B-20AF-4190-BE6216B9EB8F}"/>
          </ac:graphicFrameMkLst>
        </pc:graphicFrameChg>
        <pc:graphicFrameChg chg="add del mod">
          <ac:chgData name="M Zulhafizal Misrat (Dev/Upstream)" userId="1a40e0f6-82e2-4ab8-8f60-73205971a719" providerId="ADAL" clId="{319D3B79-FBF7-4AFE-B94B-6E5F443648A6}" dt="2026-05-31T09:20:32.935" v="1072" actId="478"/>
          <ac:graphicFrameMkLst>
            <pc:docMk/>
            <pc:sldMk cId="1652963850" sldId="2147483345"/>
            <ac:graphicFrameMk id="8" creationId="{5E5B8735-C86B-82DD-A857-B00CC4030B5B}"/>
          </ac:graphicFrameMkLst>
        </pc:graphicFrameChg>
        <pc:graphicFrameChg chg="add del mod">
          <ac:chgData name="M Zulhafizal Misrat (Dev/Upstream)" userId="1a40e0f6-82e2-4ab8-8f60-73205971a719" providerId="ADAL" clId="{319D3B79-FBF7-4AFE-B94B-6E5F443648A6}" dt="2026-05-31T09:22:42.238" v="1109" actId="478"/>
          <ac:graphicFrameMkLst>
            <pc:docMk/>
            <pc:sldMk cId="1652963850" sldId="2147483345"/>
            <ac:graphicFrameMk id="9" creationId="{1D49A489-F277-69F8-DE16-66015F04DDA6}"/>
          </ac:graphicFrameMkLst>
        </pc:graphicFrameChg>
        <pc:graphicFrameChg chg="add mod modGraphic">
          <ac:chgData name="M Zulhafizal Misrat (Dev/Upstream)" userId="1a40e0f6-82e2-4ab8-8f60-73205971a719" providerId="ADAL" clId="{319D3B79-FBF7-4AFE-B94B-6E5F443648A6}" dt="2026-05-31T18:24:30.307" v="3496"/>
          <ac:graphicFrameMkLst>
            <pc:docMk/>
            <pc:sldMk cId="1652963850" sldId="2147483345"/>
            <ac:graphicFrameMk id="10" creationId="{BAF35197-E3C0-736B-2756-A1ECBF9A2B9E}"/>
          </ac:graphicFrameMkLst>
        </pc:graphicFrameChg>
        <pc:graphicFrameChg chg="mod modGraphic">
          <ac:chgData name="M Zulhafizal Misrat (Dev/Upstream)" userId="1a40e0f6-82e2-4ab8-8f60-73205971a719" providerId="ADAL" clId="{319D3B79-FBF7-4AFE-B94B-6E5F443648A6}" dt="2026-05-31T18:24:22.821" v="3494" actId="20577"/>
          <ac:graphicFrameMkLst>
            <pc:docMk/>
            <pc:sldMk cId="1652963850" sldId="2147483345"/>
            <ac:graphicFrameMk id="60" creationId="{9C9EFD29-F48F-AC5E-5D83-B2E3136B3BA2}"/>
          </ac:graphicFrameMkLst>
        </pc:graphicFrameChg>
      </pc:sldChg>
      <pc:sldChg chg="new del">
        <pc:chgData name="M Zulhafizal Misrat (Dev/Upstream)" userId="1a40e0f6-82e2-4ab8-8f60-73205971a719" providerId="ADAL" clId="{319D3B79-FBF7-4AFE-B94B-6E5F443648A6}" dt="2026-05-31T08:56:40.350" v="11" actId="680"/>
        <pc:sldMkLst>
          <pc:docMk/>
          <pc:sldMk cId="1878996777" sldId="2147483345"/>
        </pc:sldMkLst>
      </pc:sldChg>
      <pc:sldChg chg="add del">
        <pc:chgData name="M Zulhafizal Misrat (Dev/Upstream)" userId="1a40e0f6-82e2-4ab8-8f60-73205971a719" providerId="ADAL" clId="{319D3B79-FBF7-4AFE-B94B-6E5F443648A6}" dt="2026-05-31T09:23:39.975" v="1151" actId="47"/>
        <pc:sldMkLst>
          <pc:docMk/>
          <pc:sldMk cId="174196382" sldId="2147483346"/>
        </pc:sldMkLst>
      </pc:sldChg>
      <pc:sldChg chg="add del">
        <pc:chgData name="M Zulhafizal Misrat (Dev/Upstream)" userId="1a40e0f6-82e2-4ab8-8f60-73205971a719" providerId="ADAL" clId="{319D3B79-FBF7-4AFE-B94B-6E5F443648A6}" dt="2026-05-31T08:57:25.240" v="48" actId="47"/>
        <pc:sldMkLst>
          <pc:docMk/>
          <pc:sldMk cId="862380547" sldId="2147483346"/>
        </pc:sldMkLst>
      </pc:sldChg>
      <pc:sldChg chg="new del">
        <pc:chgData name="M Zulhafizal Misrat (Dev/Upstream)" userId="1a40e0f6-82e2-4ab8-8f60-73205971a719" providerId="ADAL" clId="{319D3B79-FBF7-4AFE-B94B-6E5F443648A6}" dt="2026-05-31T08:56:39.990" v="10" actId="680"/>
        <pc:sldMkLst>
          <pc:docMk/>
          <pc:sldMk cId="1095883319" sldId="2147483346"/>
        </pc:sldMkLst>
      </pc:sldChg>
      <pc:sldChg chg="add del">
        <pc:chgData name="M Zulhafizal Misrat (Dev/Upstream)" userId="1a40e0f6-82e2-4ab8-8f60-73205971a719" providerId="ADAL" clId="{319D3B79-FBF7-4AFE-B94B-6E5F443648A6}" dt="2026-05-31T08:57:25.240" v="48" actId="47"/>
        <pc:sldMkLst>
          <pc:docMk/>
          <pc:sldMk cId="1038057695" sldId="2147483347"/>
        </pc:sldMkLst>
      </pc:sldChg>
      <pc:sldChg chg="add del">
        <pc:chgData name="M Zulhafizal Misrat (Dev/Upstream)" userId="1a40e0f6-82e2-4ab8-8f60-73205971a719" providerId="ADAL" clId="{319D3B79-FBF7-4AFE-B94B-6E5F443648A6}" dt="2026-05-31T09:41:38.715" v="1499" actId="47"/>
        <pc:sldMkLst>
          <pc:docMk/>
          <pc:sldMk cId="1826895902" sldId="2147483347"/>
        </pc:sldMkLst>
      </pc:sldChg>
      <pc:sldChg chg="new del">
        <pc:chgData name="M Zulhafizal Misrat (Dev/Upstream)" userId="1a40e0f6-82e2-4ab8-8f60-73205971a719" providerId="ADAL" clId="{319D3B79-FBF7-4AFE-B94B-6E5F443648A6}" dt="2026-05-31T08:56:39.776" v="9" actId="680"/>
        <pc:sldMkLst>
          <pc:docMk/>
          <pc:sldMk cId="4064792121" sldId="2147483347"/>
        </pc:sldMkLst>
      </pc:sldChg>
      <pc:sldChg chg="add del">
        <pc:chgData name="M Zulhafizal Misrat (Dev/Upstream)" userId="1a40e0f6-82e2-4ab8-8f60-73205971a719" providerId="ADAL" clId="{319D3B79-FBF7-4AFE-B94B-6E5F443648A6}" dt="2026-05-31T09:41:39.876" v="1500" actId="47"/>
        <pc:sldMkLst>
          <pc:docMk/>
          <pc:sldMk cId="927525085" sldId="2147483348"/>
        </pc:sldMkLst>
      </pc:sldChg>
      <pc:sldChg chg="add del">
        <pc:chgData name="M Zulhafizal Misrat (Dev/Upstream)" userId="1a40e0f6-82e2-4ab8-8f60-73205971a719" providerId="ADAL" clId="{319D3B79-FBF7-4AFE-B94B-6E5F443648A6}" dt="2026-05-31T08:57:25.240" v="48" actId="47"/>
        <pc:sldMkLst>
          <pc:docMk/>
          <pc:sldMk cId="2995478015" sldId="2147483348"/>
        </pc:sldMkLst>
      </pc:sldChg>
      <pc:sldChg chg="new del">
        <pc:chgData name="M Zulhafizal Misrat (Dev/Upstream)" userId="1a40e0f6-82e2-4ab8-8f60-73205971a719" providerId="ADAL" clId="{319D3B79-FBF7-4AFE-B94B-6E5F443648A6}" dt="2026-05-31T08:56:39.588" v="8" actId="680"/>
        <pc:sldMkLst>
          <pc:docMk/>
          <pc:sldMk cId="3961211365" sldId="2147483348"/>
        </pc:sldMkLst>
      </pc:sldChg>
      <pc:sldChg chg="addSp delSp modSp add mod">
        <pc:chgData name="M Zulhafizal Misrat (Dev/Upstream)" userId="1a40e0f6-82e2-4ab8-8f60-73205971a719" providerId="ADAL" clId="{319D3B79-FBF7-4AFE-B94B-6E5F443648A6}" dt="2026-05-31T18:25:12.639" v="3544" actId="1036"/>
        <pc:sldMkLst>
          <pc:docMk/>
          <pc:sldMk cId="2255482180" sldId="2147483349"/>
        </pc:sldMkLst>
        <pc:spChg chg="add mod">
          <ac:chgData name="M Zulhafizal Misrat (Dev/Upstream)" userId="1a40e0f6-82e2-4ab8-8f60-73205971a719" providerId="ADAL" clId="{319D3B79-FBF7-4AFE-B94B-6E5F443648A6}" dt="2026-05-31T18:25:12.639" v="3544" actId="1036"/>
          <ac:spMkLst>
            <pc:docMk/>
            <pc:sldMk cId="2255482180" sldId="2147483349"/>
            <ac:spMk id="2" creationId="{93CFE326-B4EF-599F-9174-BDD111A788E1}"/>
          </ac:spMkLst>
        </pc:spChg>
        <pc:spChg chg="mod">
          <ac:chgData name="M Zulhafizal Misrat (Dev/Upstream)" userId="1a40e0f6-82e2-4ab8-8f60-73205971a719" providerId="ADAL" clId="{319D3B79-FBF7-4AFE-B94B-6E5F443648A6}" dt="2026-05-31T08:58:01.508" v="117" actId="1038"/>
          <ac:spMkLst>
            <pc:docMk/>
            <pc:sldMk cId="2255482180" sldId="2147483349"/>
            <ac:spMk id="20" creationId="{A4961B64-AAB2-53CC-51FF-2F9B869189D6}"/>
          </ac:spMkLst>
        </pc:spChg>
        <pc:spChg chg="add del">
          <ac:chgData name="M Zulhafizal Misrat (Dev/Upstream)" userId="1a40e0f6-82e2-4ab8-8f60-73205971a719" providerId="ADAL" clId="{319D3B79-FBF7-4AFE-B94B-6E5F443648A6}" dt="2026-05-31T10:11:36.120" v="1694" actId="478"/>
          <ac:spMkLst>
            <pc:docMk/>
            <pc:sldMk cId="2255482180" sldId="2147483349"/>
            <ac:spMk id="36" creationId="{744B36D9-297D-0CAA-0837-01E739892FA5}"/>
          </ac:spMkLst>
        </pc:spChg>
        <pc:spChg chg="add del">
          <ac:chgData name="M Zulhafizal Misrat (Dev/Upstream)" userId="1a40e0f6-82e2-4ab8-8f60-73205971a719" providerId="ADAL" clId="{319D3B79-FBF7-4AFE-B94B-6E5F443648A6}" dt="2026-05-31T10:11:36.120" v="1694" actId="478"/>
          <ac:spMkLst>
            <pc:docMk/>
            <pc:sldMk cId="2255482180" sldId="2147483349"/>
            <ac:spMk id="41" creationId="{20F4DE5C-1B2A-CA26-CB3B-A3B1A1708397}"/>
          </ac:spMkLst>
        </pc:spChg>
        <pc:spChg chg="add del">
          <ac:chgData name="M Zulhafizal Misrat (Dev/Upstream)" userId="1a40e0f6-82e2-4ab8-8f60-73205971a719" providerId="ADAL" clId="{319D3B79-FBF7-4AFE-B94B-6E5F443648A6}" dt="2026-05-31T10:11:36.120" v="1694" actId="478"/>
          <ac:spMkLst>
            <pc:docMk/>
            <pc:sldMk cId="2255482180" sldId="2147483349"/>
            <ac:spMk id="42" creationId="{7D6A399A-6008-9C90-04D2-16625572782F}"/>
          </ac:spMkLst>
        </pc:spChg>
        <pc:spChg chg="add del">
          <ac:chgData name="M Zulhafizal Misrat (Dev/Upstream)" userId="1a40e0f6-82e2-4ab8-8f60-73205971a719" providerId="ADAL" clId="{319D3B79-FBF7-4AFE-B94B-6E5F443648A6}" dt="2026-05-31T10:11:36.120" v="1694" actId="478"/>
          <ac:spMkLst>
            <pc:docMk/>
            <pc:sldMk cId="2255482180" sldId="2147483349"/>
            <ac:spMk id="43" creationId="{083F6400-4828-6757-FE6A-970B07DEFC3A}"/>
          </ac:spMkLst>
        </pc:spChg>
        <pc:spChg chg="add del">
          <ac:chgData name="M Zulhafizal Misrat (Dev/Upstream)" userId="1a40e0f6-82e2-4ab8-8f60-73205971a719" providerId="ADAL" clId="{319D3B79-FBF7-4AFE-B94B-6E5F443648A6}" dt="2026-05-31T10:11:36.120" v="1694" actId="478"/>
          <ac:spMkLst>
            <pc:docMk/>
            <pc:sldMk cId="2255482180" sldId="2147483349"/>
            <ac:spMk id="61" creationId="{3F65E4FD-673F-E018-9AC7-EEE923917557}"/>
          </ac:spMkLst>
        </pc:spChg>
        <pc:grpChg chg="add del">
          <ac:chgData name="M Zulhafizal Misrat (Dev/Upstream)" userId="1a40e0f6-82e2-4ab8-8f60-73205971a719" providerId="ADAL" clId="{319D3B79-FBF7-4AFE-B94B-6E5F443648A6}" dt="2026-05-31T10:11:33.282" v="1693" actId="478"/>
          <ac:grpSpMkLst>
            <pc:docMk/>
            <pc:sldMk cId="2255482180" sldId="2147483349"/>
            <ac:grpSpMk id="16" creationId="{D0226C3D-B34A-39FE-729B-049CE5C2F00A}"/>
          </ac:grpSpMkLst>
        </pc:grpChg>
        <pc:graphicFrameChg chg="add mod">
          <ac:chgData name="M Zulhafizal Misrat (Dev/Upstream)" userId="1a40e0f6-82e2-4ab8-8f60-73205971a719" providerId="ADAL" clId="{319D3B79-FBF7-4AFE-B94B-6E5F443648A6}" dt="2026-05-31T17:58:05.591" v="2432"/>
          <ac:graphicFrameMkLst>
            <pc:docMk/>
            <pc:sldMk cId="2255482180" sldId="2147483349"/>
            <ac:graphicFrameMk id="3" creationId="{4EE6030A-80A5-A11E-2A9B-3B88B6856FCE}"/>
          </ac:graphicFrameMkLst>
        </pc:graphicFrameChg>
        <pc:graphicFrameChg chg="add del">
          <ac:chgData name="M Zulhafizal Misrat (Dev/Upstream)" userId="1a40e0f6-82e2-4ab8-8f60-73205971a719" providerId="ADAL" clId="{319D3B79-FBF7-4AFE-B94B-6E5F443648A6}" dt="2026-05-31T10:11:36.120" v="1694" actId="478"/>
          <ac:graphicFrameMkLst>
            <pc:docMk/>
            <pc:sldMk cId="2255482180" sldId="2147483349"/>
            <ac:graphicFrameMk id="60" creationId="{A9D2AD12-FEFF-2964-F5A2-0A4C99118154}"/>
          </ac:graphicFrameMkLst>
        </pc:graphicFrameChg>
      </pc:sldChg>
      <pc:sldChg chg="add del">
        <pc:chgData name="M Zulhafizal Misrat (Dev/Upstream)" userId="1a40e0f6-82e2-4ab8-8f60-73205971a719" providerId="ADAL" clId="{319D3B79-FBF7-4AFE-B94B-6E5F443648A6}" dt="2026-05-31T08:57:25.240" v="48" actId="47"/>
        <pc:sldMkLst>
          <pc:docMk/>
          <pc:sldMk cId="2719922347" sldId="2147483349"/>
        </pc:sldMkLst>
      </pc:sldChg>
      <pc:sldChg chg="addSp delSp modSp add mod">
        <pc:chgData name="M Zulhafizal Misrat (Dev/Upstream)" userId="1a40e0f6-82e2-4ab8-8f60-73205971a719" providerId="ADAL" clId="{319D3B79-FBF7-4AFE-B94B-6E5F443648A6}" dt="2026-05-31T18:36:03.351" v="3600" actId="1036"/>
        <pc:sldMkLst>
          <pc:docMk/>
          <pc:sldMk cId="2048249364" sldId="2147483350"/>
        </pc:sldMkLst>
        <pc:spChg chg="add mod">
          <ac:chgData name="M Zulhafizal Misrat (Dev/Upstream)" userId="1a40e0f6-82e2-4ab8-8f60-73205971a719" providerId="ADAL" clId="{319D3B79-FBF7-4AFE-B94B-6E5F443648A6}" dt="2026-05-31T18:33:41.665" v="3587" actId="1076"/>
          <ac:spMkLst>
            <pc:docMk/>
            <pc:sldMk cId="2048249364" sldId="2147483350"/>
            <ac:spMk id="2" creationId="{92950570-B858-503A-7EA8-972C2CADB180}"/>
          </ac:spMkLst>
        </pc:spChg>
        <pc:spChg chg="add mod">
          <ac:chgData name="M Zulhafizal Misrat (Dev/Upstream)" userId="1a40e0f6-82e2-4ab8-8f60-73205971a719" providerId="ADAL" clId="{319D3B79-FBF7-4AFE-B94B-6E5F443648A6}" dt="2026-05-31T18:36:03.351" v="3600" actId="1036"/>
          <ac:spMkLst>
            <pc:docMk/>
            <pc:sldMk cId="2048249364" sldId="2147483350"/>
            <ac:spMk id="3" creationId="{C1037CA8-B53F-A4BB-1CEC-385BBAC98359}"/>
          </ac:spMkLst>
        </pc:spChg>
        <pc:spChg chg="add mod">
          <ac:chgData name="M Zulhafizal Misrat (Dev/Upstream)" userId="1a40e0f6-82e2-4ab8-8f60-73205971a719" providerId="ADAL" clId="{319D3B79-FBF7-4AFE-B94B-6E5F443648A6}" dt="2026-05-31T18:26:25.832" v="3568" actId="20577"/>
          <ac:spMkLst>
            <pc:docMk/>
            <pc:sldMk cId="2048249364" sldId="2147483350"/>
            <ac:spMk id="5" creationId="{B09FF39A-6D1D-8CCF-78CD-0F4432091A98}"/>
          </ac:spMkLst>
        </pc:spChg>
        <pc:spChg chg="add mod">
          <ac:chgData name="M Zulhafizal Misrat (Dev/Upstream)" userId="1a40e0f6-82e2-4ab8-8f60-73205971a719" providerId="ADAL" clId="{319D3B79-FBF7-4AFE-B94B-6E5F443648A6}" dt="2026-05-31T18:35:06.329" v="3598" actId="20577"/>
          <ac:spMkLst>
            <pc:docMk/>
            <pc:sldMk cId="2048249364" sldId="2147483350"/>
            <ac:spMk id="6" creationId="{CC4401A5-A1DA-00F3-718C-D764A3E07F14}"/>
          </ac:spMkLst>
        </pc:spChg>
        <pc:spChg chg="mod">
          <ac:chgData name="M Zulhafizal Misrat (Dev/Upstream)" userId="1a40e0f6-82e2-4ab8-8f60-73205971a719" providerId="ADAL" clId="{319D3B79-FBF7-4AFE-B94B-6E5F443648A6}" dt="2026-05-31T08:58:44.432" v="140" actId="20577"/>
          <ac:spMkLst>
            <pc:docMk/>
            <pc:sldMk cId="2048249364" sldId="2147483350"/>
            <ac:spMk id="20" creationId="{C32DA10D-55B0-8883-312D-00AA272ED0B4}"/>
          </ac:spMkLst>
        </pc:spChg>
        <pc:spChg chg="add del">
          <ac:chgData name="M Zulhafizal Misrat (Dev/Upstream)" userId="1a40e0f6-82e2-4ab8-8f60-73205971a719" providerId="ADAL" clId="{319D3B79-FBF7-4AFE-B94B-6E5F443648A6}" dt="2026-05-31T18:25:43.080" v="3547" actId="478"/>
          <ac:spMkLst>
            <pc:docMk/>
            <pc:sldMk cId="2048249364" sldId="2147483350"/>
            <ac:spMk id="36" creationId="{B6766C29-9495-38F2-2693-B8AB85D87315}"/>
          </ac:spMkLst>
        </pc:spChg>
        <pc:spChg chg="add del">
          <ac:chgData name="M Zulhafizal Misrat (Dev/Upstream)" userId="1a40e0f6-82e2-4ab8-8f60-73205971a719" providerId="ADAL" clId="{319D3B79-FBF7-4AFE-B94B-6E5F443648A6}" dt="2026-05-31T18:25:45.704" v="3549" actId="478"/>
          <ac:spMkLst>
            <pc:docMk/>
            <pc:sldMk cId="2048249364" sldId="2147483350"/>
            <ac:spMk id="41" creationId="{BF0FC4ED-CB93-8967-9D49-2EFEFE9B9FE1}"/>
          </ac:spMkLst>
        </pc:spChg>
        <pc:spChg chg="add del mod">
          <ac:chgData name="M Zulhafizal Misrat (Dev/Upstream)" userId="1a40e0f6-82e2-4ab8-8f60-73205971a719" providerId="ADAL" clId="{319D3B79-FBF7-4AFE-B94B-6E5F443648A6}" dt="2026-05-31T18:33:45.471" v="3592" actId="1036"/>
          <ac:spMkLst>
            <pc:docMk/>
            <pc:sldMk cId="2048249364" sldId="2147483350"/>
            <ac:spMk id="42" creationId="{845D1E40-4C8A-B580-71D2-F7334577BAB4}"/>
          </ac:spMkLst>
        </pc:spChg>
        <pc:spChg chg="add del mod">
          <ac:chgData name="M Zulhafizal Misrat (Dev/Upstream)" userId="1a40e0f6-82e2-4ab8-8f60-73205971a719" providerId="ADAL" clId="{319D3B79-FBF7-4AFE-B94B-6E5F443648A6}" dt="2026-05-31T18:33:04.871" v="3581" actId="1076"/>
          <ac:spMkLst>
            <pc:docMk/>
            <pc:sldMk cId="2048249364" sldId="2147483350"/>
            <ac:spMk id="43" creationId="{7F3B29D2-6C5B-42E8-CAFA-891A1BD60590}"/>
          </ac:spMkLst>
        </pc:spChg>
        <pc:spChg chg="add del">
          <ac:chgData name="M Zulhafizal Misrat (Dev/Upstream)" userId="1a40e0f6-82e2-4ab8-8f60-73205971a719" providerId="ADAL" clId="{319D3B79-FBF7-4AFE-B94B-6E5F443648A6}" dt="2026-05-31T18:25:47.322" v="3550" actId="478"/>
          <ac:spMkLst>
            <pc:docMk/>
            <pc:sldMk cId="2048249364" sldId="2147483350"/>
            <ac:spMk id="61" creationId="{57FAD404-0E37-3798-DD3C-41C892E09A74}"/>
          </ac:spMkLst>
        </pc:spChg>
        <pc:graphicFrameChg chg="add mod">
          <ac:chgData name="M Zulhafizal Misrat (Dev/Upstream)" userId="1a40e0f6-82e2-4ab8-8f60-73205971a719" providerId="ADAL" clId="{319D3B79-FBF7-4AFE-B94B-6E5F443648A6}" dt="2026-05-31T18:32:38.726" v="3573"/>
          <ac:graphicFrameMkLst>
            <pc:docMk/>
            <pc:sldMk cId="2048249364" sldId="2147483350"/>
            <ac:graphicFrameMk id="7" creationId="{43FA1586-6C7E-B066-FA1A-D33B11FF7329}"/>
          </ac:graphicFrameMkLst>
        </pc:graphicFrameChg>
        <pc:graphicFrameChg chg="add mod">
          <ac:chgData name="M Zulhafizal Misrat (Dev/Upstream)" userId="1a40e0f6-82e2-4ab8-8f60-73205971a719" providerId="ADAL" clId="{319D3B79-FBF7-4AFE-B94B-6E5F443648A6}" dt="2026-05-31T18:33:25.700" v="3582"/>
          <ac:graphicFrameMkLst>
            <pc:docMk/>
            <pc:sldMk cId="2048249364" sldId="2147483350"/>
            <ac:graphicFrameMk id="8" creationId="{CA8BF8A0-5FC6-4ECB-186A-BFFB62ED6F25}"/>
          </ac:graphicFrameMkLst>
        </pc:graphicFrameChg>
        <pc:graphicFrameChg chg="add mod">
          <ac:chgData name="M Zulhafizal Misrat (Dev/Upstream)" userId="1a40e0f6-82e2-4ab8-8f60-73205971a719" providerId="ADAL" clId="{319D3B79-FBF7-4AFE-B94B-6E5F443648A6}" dt="2026-05-31T18:34:15.731" v="3593"/>
          <ac:graphicFrameMkLst>
            <pc:docMk/>
            <pc:sldMk cId="2048249364" sldId="2147483350"/>
            <ac:graphicFrameMk id="9" creationId="{4CA42747-D52F-4175-04B6-43AFBF6347D5}"/>
          </ac:graphicFrameMkLst>
        </pc:graphicFrameChg>
        <pc:graphicFrameChg chg="add del mod modGraphic">
          <ac:chgData name="M Zulhafizal Misrat (Dev/Upstream)" userId="1a40e0f6-82e2-4ab8-8f60-73205971a719" providerId="ADAL" clId="{319D3B79-FBF7-4AFE-B94B-6E5F443648A6}" dt="2026-05-31T18:25:44.384" v="3548" actId="478"/>
          <ac:graphicFrameMkLst>
            <pc:docMk/>
            <pc:sldMk cId="2048249364" sldId="2147483350"/>
            <ac:graphicFrameMk id="60" creationId="{49231D87-8241-DD23-AA96-EB6E4F7145EF}"/>
          </ac:graphicFrameMkLst>
        </pc:graphicFrameChg>
      </pc:sldChg>
      <pc:sldChg chg="addSp delSp modSp add mod">
        <pc:chgData name="M Zulhafizal Misrat (Dev/Upstream)" userId="1a40e0f6-82e2-4ab8-8f60-73205971a719" providerId="ADAL" clId="{319D3B79-FBF7-4AFE-B94B-6E5F443648A6}" dt="2026-05-31T18:24:53.387" v="3516" actId="20577"/>
        <pc:sldMkLst>
          <pc:docMk/>
          <pc:sldMk cId="26325817" sldId="2147483351"/>
        </pc:sldMkLst>
        <pc:graphicFrameChg chg="add mod modGraphic">
          <ac:chgData name="M Zulhafizal Misrat (Dev/Upstream)" userId="1a40e0f6-82e2-4ab8-8f60-73205971a719" providerId="ADAL" clId="{319D3B79-FBF7-4AFE-B94B-6E5F443648A6}" dt="2026-05-31T18:24:53.387" v="3516" actId="20577"/>
          <ac:graphicFrameMkLst>
            <pc:docMk/>
            <pc:sldMk cId="26325817" sldId="2147483351"/>
            <ac:graphicFrameMk id="2" creationId="{147CCF13-E474-47D3-F4C7-64CCAB3BAA21}"/>
          </ac:graphicFrameMkLst>
        </pc:graphicFrameChg>
        <pc:graphicFrameChg chg="del">
          <ac:chgData name="M Zulhafizal Misrat (Dev/Upstream)" userId="1a40e0f6-82e2-4ab8-8f60-73205971a719" providerId="ADAL" clId="{319D3B79-FBF7-4AFE-B94B-6E5F443648A6}" dt="2026-05-31T09:23:51.173" v="1153" actId="478"/>
          <ac:graphicFrameMkLst>
            <pc:docMk/>
            <pc:sldMk cId="26325817" sldId="2147483351"/>
            <ac:graphicFrameMk id="5" creationId="{7903BB36-9738-C701-871C-1BADF4FB8A95}"/>
          </ac:graphicFrameMkLst>
        </pc:graphicFrameChg>
        <pc:graphicFrameChg chg="del">
          <ac:chgData name="M Zulhafizal Misrat (Dev/Upstream)" userId="1a40e0f6-82e2-4ab8-8f60-73205971a719" providerId="ADAL" clId="{319D3B79-FBF7-4AFE-B94B-6E5F443648A6}" dt="2026-05-31T09:23:53.330" v="1155" actId="478"/>
          <ac:graphicFrameMkLst>
            <pc:docMk/>
            <pc:sldMk cId="26325817" sldId="2147483351"/>
            <ac:graphicFrameMk id="7" creationId="{CBA67743-8130-5C83-5613-5E119EEBAF36}"/>
          </ac:graphicFrameMkLst>
        </pc:graphicFrameChg>
        <pc:graphicFrameChg chg="del">
          <ac:chgData name="M Zulhafizal Misrat (Dev/Upstream)" userId="1a40e0f6-82e2-4ab8-8f60-73205971a719" providerId="ADAL" clId="{319D3B79-FBF7-4AFE-B94B-6E5F443648A6}" dt="2026-05-31T09:23:52.202" v="1154" actId="478"/>
          <ac:graphicFrameMkLst>
            <pc:docMk/>
            <pc:sldMk cId="26325817" sldId="2147483351"/>
            <ac:graphicFrameMk id="10" creationId="{695E349B-F4A4-1717-204B-B789D5469D6A}"/>
          </ac:graphicFrameMkLst>
        </pc:graphicFrameChg>
        <pc:graphicFrameChg chg="mod modGraphic">
          <ac:chgData name="M Zulhafizal Misrat (Dev/Upstream)" userId="1a40e0f6-82e2-4ab8-8f60-73205971a719" providerId="ADAL" clId="{319D3B79-FBF7-4AFE-B94B-6E5F443648A6}" dt="2026-05-31T18:24:49.928" v="3512" actId="20577"/>
          <ac:graphicFrameMkLst>
            <pc:docMk/>
            <pc:sldMk cId="26325817" sldId="2147483351"/>
            <ac:graphicFrameMk id="60" creationId="{AF295F01-EEA7-BC6B-69E3-DE9A5F6C0449}"/>
          </ac:graphicFrameMkLst>
        </pc:graphicFrameChg>
      </pc:sldChg>
      <pc:sldChg chg="delSp modSp add mod">
        <pc:chgData name="M Zulhafizal Misrat (Dev/Upstream)" userId="1a40e0f6-82e2-4ab8-8f60-73205971a719" providerId="ADAL" clId="{319D3B79-FBF7-4AFE-B94B-6E5F443648A6}" dt="2026-05-31T18:25:00.143" v="3524" actId="20577"/>
        <pc:sldMkLst>
          <pc:docMk/>
          <pc:sldMk cId="3277514393" sldId="2147483352"/>
        </pc:sldMkLst>
        <pc:graphicFrameChg chg="del">
          <ac:chgData name="M Zulhafizal Misrat (Dev/Upstream)" userId="1a40e0f6-82e2-4ab8-8f60-73205971a719" providerId="ADAL" clId="{319D3B79-FBF7-4AFE-B94B-6E5F443648A6}" dt="2026-05-31T09:41:50.355" v="1501" actId="478"/>
          <ac:graphicFrameMkLst>
            <pc:docMk/>
            <pc:sldMk cId="3277514393" sldId="2147483352"/>
            <ac:graphicFrameMk id="2" creationId="{78CE948B-A2FB-D609-6A59-49568A760A41}"/>
          </ac:graphicFrameMkLst>
        </pc:graphicFrameChg>
        <pc:graphicFrameChg chg="mod modGraphic">
          <ac:chgData name="M Zulhafizal Misrat (Dev/Upstream)" userId="1a40e0f6-82e2-4ab8-8f60-73205971a719" providerId="ADAL" clId="{319D3B79-FBF7-4AFE-B94B-6E5F443648A6}" dt="2026-05-31T18:25:00.143" v="3524" actId="20577"/>
          <ac:graphicFrameMkLst>
            <pc:docMk/>
            <pc:sldMk cId="3277514393" sldId="2147483352"/>
            <ac:graphicFrameMk id="60" creationId="{9C11066C-4D76-F013-3DA8-826265F99133}"/>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E81C3-DF93-1872-DAC2-F1307F4827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E36CB65-8ED1-5402-90C7-9F13AC0EB9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465E5F8-28F9-D770-40CB-C645D9C20719}"/>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5" name="Footer Placeholder 4">
            <a:extLst>
              <a:ext uri="{FF2B5EF4-FFF2-40B4-BE49-F238E27FC236}">
                <a16:creationId xmlns:a16="http://schemas.microsoft.com/office/drawing/2014/main" id="{6D4E3804-BDA6-9B78-88C9-46DE7D9FB4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9E2EA2-0644-2915-0F9A-A63F45DD27D0}"/>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1893655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2EA0A-2931-555D-B68F-D2EAB91430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6B3F37E-6E52-6EED-4A9F-879E78E579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436499-4153-331F-923A-CD3EC360D51D}"/>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5" name="Footer Placeholder 4">
            <a:extLst>
              <a:ext uri="{FF2B5EF4-FFF2-40B4-BE49-F238E27FC236}">
                <a16:creationId xmlns:a16="http://schemas.microsoft.com/office/drawing/2014/main" id="{08F0D2E1-C981-BFB8-F03D-ABB110B88C1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D003B6-8A8F-876D-54E7-F96E28CD971D}"/>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3105700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286E9-380B-A2A2-0E25-9EF4196C45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E52E5A2-542A-E745-9534-80B40F89F8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A818BD-E468-20DB-126F-80370FE2882E}"/>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5" name="Footer Placeholder 4">
            <a:extLst>
              <a:ext uri="{FF2B5EF4-FFF2-40B4-BE49-F238E27FC236}">
                <a16:creationId xmlns:a16="http://schemas.microsoft.com/office/drawing/2014/main" id="{05016925-A8A3-5302-CED2-0E3EA7E1BE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5C71A-3E15-0F50-6327-0470392C50CE}"/>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2251041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0A0D-AFCF-6A9A-91F1-0D22B85018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E68CE3D-6C60-78AC-21D7-63B40C1433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33EB63-A94D-B737-8B6C-1314540866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5988ECC-2564-35F9-F8E9-F3981AB2C9EC}"/>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6" name="Footer Placeholder 5">
            <a:extLst>
              <a:ext uri="{FF2B5EF4-FFF2-40B4-BE49-F238E27FC236}">
                <a16:creationId xmlns:a16="http://schemas.microsoft.com/office/drawing/2014/main" id="{4006C546-3B0A-0716-6C76-2D14EF3B665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B5D6CF3-45C5-2BE8-7157-AB828438DB32}"/>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405026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48B8-DD13-FFB4-F8C8-1441420132F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65EDA1F-393C-15AB-B0A4-7478EE924F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89FC95-3C10-9480-48E9-51B2F041D7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374EF79-67E6-D28D-DD19-673F205778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54BE1E-5743-5620-5C47-3241CCBE53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25CE22-E311-2BBB-F511-2D654B6C715E}"/>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8" name="Footer Placeholder 7">
            <a:extLst>
              <a:ext uri="{FF2B5EF4-FFF2-40B4-BE49-F238E27FC236}">
                <a16:creationId xmlns:a16="http://schemas.microsoft.com/office/drawing/2014/main" id="{E9B3D402-682C-3BF7-4179-0C2C09F19B9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48D83BE-46C8-0553-5F94-092C0D5B698B}"/>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191639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F1D07-404A-F5F6-CF51-47F47F2DDD7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2C30324-B6AA-F48C-54B4-F76A7DA89C80}"/>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4" name="Footer Placeholder 3">
            <a:extLst>
              <a:ext uri="{FF2B5EF4-FFF2-40B4-BE49-F238E27FC236}">
                <a16:creationId xmlns:a16="http://schemas.microsoft.com/office/drawing/2014/main" id="{7B35EAA3-69A8-FDD4-2D5A-0E9D58738D8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1D8C6A3-B4F2-37F8-76FE-97B2BC0D682E}"/>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1652126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9CEBB-639F-6B85-2232-4E536B9C5BFB}"/>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3" name="Footer Placeholder 2">
            <a:extLst>
              <a:ext uri="{FF2B5EF4-FFF2-40B4-BE49-F238E27FC236}">
                <a16:creationId xmlns:a16="http://schemas.microsoft.com/office/drawing/2014/main" id="{EC3729C5-17A8-CD93-0309-B5F8020E622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9CFE016-62FF-F7B7-5E1A-3708238BF2B1}"/>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369977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CB245-D2BF-4C3B-E436-F0F49FFB8D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2A76D98-4CF5-FB60-DA32-19138AB99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7260757-8A51-36B8-165F-63B0E25A79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3AB636-BFD7-413F-7163-ED8AFB7318B4}"/>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6" name="Footer Placeholder 5">
            <a:extLst>
              <a:ext uri="{FF2B5EF4-FFF2-40B4-BE49-F238E27FC236}">
                <a16:creationId xmlns:a16="http://schemas.microsoft.com/office/drawing/2014/main" id="{E630AA5D-6B67-FC4E-491C-D021B57EE0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9746AA-1DBA-6A42-D0F9-296B855370C2}"/>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3506134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ED551-2822-6C41-DEB1-69C68453B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7B8718E-DF35-2741-B691-1E18CDF9E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DBF04EC-4F9B-FD64-B2DA-704F22E39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0E2B4F-AA7B-C0BA-019F-4A7DC5D7D04B}"/>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6" name="Footer Placeholder 5">
            <a:extLst>
              <a:ext uri="{FF2B5EF4-FFF2-40B4-BE49-F238E27FC236}">
                <a16:creationId xmlns:a16="http://schemas.microsoft.com/office/drawing/2014/main" id="{193D5CB1-1279-E41B-7172-7FEA5A8657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5343E9-61A3-1B02-9683-587BD86F5285}"/>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920165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664E6-2E65-8BEF-CECE-627655B5B6E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92E985D-B210-F48D-E8E1-728028C3EF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A57FBD-62C0-AEBB-8EE9-29BB4F31FBFF}"/>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5" name="Footer Placeholder 4">
            <a:extLst>
              <a:ext uri="{FF2B5EF4-FFF2-40B4-BE49-F238E27FC236}">
                <a16:creationId xmlns:a16="http://schemas.microsoft.com/office/drawing/2014/main" id="{573A8901-8A95-FE35-DC79-13E8D3E390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8118EA-0198-EBF4-0410-A17D51AEDB6A}"/>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384827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722735-9647-27C3-F694-09302C2531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DDAD94D-11CA-5E61-0C4B-CE4AB9F07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9E98E4-D097-A485-D4D3-F45598E488D5}"/>
              </a:ext>
            </a:extLst>
          </p:cNvPr>
          <p:cNvSpPr>
            <a:spLocks noGrp="1"/>
          </p:cNvSpPr>
          <p:nvPr>
            <p:ph type="dt" sz="half" idx="10"/>
          </p:nvPr>
        </p:nvSpPr>
        <p:spPr/>
        <p:txBody>
          <a:bodyPr/>
          <a:lstStyle/>
          <a:p>
            <a:fld id="{04306D44-A025-4BFE-9C19-34BC5B3EBA24}" type="datetimeFigureOut">
              <a:rPr lang="en-GB" smtClean="0"/>
              <a:t>31/05/2026</a:t>
            </a:fld>
            <a:endParaRPr lang="en-GB"/>
          </a:p>
        </p:txBody>
      </p:sp>
      <p:sp>
        <p:nvSpPr>
          <p:cNvPr id="5" name="Footer Placeholder 4">
            <a:extLst>
              <a:ext uri="{FF2B5EF4-FFF2-40B4-BE49-F238E27FC236}">
                <a16:creationId xmlns:a16="http://schemas.microsoft.com/office/drawing/2014/main" id="{F4E05149-A6B0-ECF6-A468-3BC21105AD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9549B07-EBD4-AF64-3C19-BCAD855EB888}"/>
              </a:ext>
            </a:extLst>
          </p:cNvPr>
          <p:cNvSpPr>
            <a:spLocks noGrp="1"/>
          </p:cNvSpPr>
          <p:nvPr>
            <p:ph type="sldNum" sz="quarter" idx="12"/>
          </p:nvPr>
        </p:nvSpPr>
        <p:spPr/>
        <p:txBody>
          <a:bodyPr/>
          <a:lstStyle/>
          <a:p>
            <a:fld id="{51CE521E-F2D8-4C20-A55B-03B73AE55A01}" type="slidenum">
              <a:rPr lang="en-GB" smtClean="0"/>
              <a:t>‹#›</a:t>
            </a:fld>
            <a:endParaRPr lang="en-GB"/>
          </a:p>
        </p:txBody>
      </p:sp>
    </p:spTree>
    <p:extLst>
      <p:ext uri="{BB962C8B-B14F-4D97-AF65-F5344CB8AC3E}">
        <p14:creationId xmlns:p14="http://schemas.microsoft.com/office/powerpoint/2010/main" val="2488144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A9291B-3AC6-0494-BE6B-FFAE2F978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7DD7565-14CE-C37A-9F67-8E71A36237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9834CE-46BD-8F1F-A014-4894E98DD4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306D44-A025-4BFE-9C19-34BC5B3EBA24}" type="datetimeFigureOut">
              <a:rPr lang="en-GB" smtClean="0"/>
              <a:t>31/05/2026</a:t>
            </a:fld>
            <a:endParaRPr lang="en-GB"/>
          </a:p>
        </p:txBody>
      </p:sp>
      <p:sp>
        <p:nvSpPr>
          <p:cNvPr id="5" name="Footer Placeholder 4">
            <a:extLst>
              <a:ext uri="{FF2B5EF4-FFF2-40B4-BE49-F238E27FC236}">
                <a16:creationId xmlns:a16="http://schemas.microsoft.com/office/drawing/2014/main" id="{F04FADBB-970A-AB68-76ED-D63B96F5D3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E6B477D-C43F-BAF4-E092-A582B5EB2C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CE521E-F2D8-4C20-A55B-03B73AE55A01}" type="slidenum">
              <a:rPr lang="en-GB" smtClean="0"/>
              <a:t>‹#›</a:t>
            </a:fld>
            <a:endParaRPr lang="en-GB"/>
          </a:p>
        </p:txBody>
      </p:sp>
      <p:sp>
        <p:nvSpPr>
          <p:cNvPr id="8" name="TextBox 7">
            <a:extLst>
              <a:ext uri="{FF2B5EF4-FFF2-40B4-BE49-F238E27FC236}">
                <a16:creationId xmlns:a16="http://schemas.microsoft.com/office/drawing/2014/main" id="{0CDFECC4-A599-63FE-C97C-A4F1BD696ADB}"/>
              </a:ext>
            </a:extLst>
          </p:cNvPr>
          <p:cNvSpPr txBox="1"/>
          <p:nvPr>
            <p:extLst>
              <p:ext uri="{1162E1C5-73C7-4A58-AE30-91384D911F3F}">
                <p184:classification xmlns:p184="http://schemas.microsoft.com/office/powerpoint/2018/4/main" val="hdr"/>
              </p:ext>
            </p:extLst>
          </p:nvPr>
        </p:nvSpPr>
        <p:spPr>
          <a:xfrm>
            <a:off x="5907088" y="63500"/>
            <a:ext cx="403225" cy="152400"/>
          </a:xfrm>
          <a:prstGeom prst="rect">
            <a:avLst/>
          </a:prstGeom>
        </p:spPr>
        <p:txBody>
          <a:bodyPr horzOverflow="overflow" lIns="0" tIns="0" rIns="0" bIns="0">
            <a:spAutoFit/>
          </a:bodyPr>
          <a:lstStyle/>
          <a:p>
            <a:pPr algn="l"/>
            <a:r>
              <a:rPr lang="en-GB" sz="1000">
                <a:solidFill>
                  <a:srgbClr val="0078D7">
                    <a:alpha val="50000"/>
                  </a:srgbClr>
                </a:solidFill>
                <a:latin typeface="Aptos" panose="020B0004020202020204" pitchFamily="34" charset="0"/>
              </a:rPr>
              <a:t>[Open]</a:t>
            </a:r>
          </a:p>
        </p:txBody>
      </p:sp>
    </p:spTree>
    <p:extLst>
      <p:ext uri="{BB962C8B-B14F-4D97-AF65-F5344CB8AC3E}">
        <p14:creationId xmlns:p14="http://schemas.microsoft.com/office/powerpoint/2010/main" val="292576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57755-F2C8-7108-9B42-AB6E03F715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0162D6-032D-4B65-A85F-5ADE3EA1A3E5}"/>
              </a:ext>
            </a:extLst>
          </p:cNvPr>
          <p:cNvSpPr>
            <a:spLocks noGrp="1" noRot="1" noMove="1" noResize="1" noEditPoints="1" noAdjustHandles="1" noChangeArrowheads="1" noChangeShapeType="1"/>
          </p:cNvSpPr>
          <p:nvPr/>
        </p:nvSpPr>
        <p:spPr>
          <a:xfrm>
            <a:off x="0" y="0"/>
            <a:ext cx="12192000" cy="6858000"/>
          </a:xfrm>
          <a:prstGeom prst="rect">
            <a:avLst/>
          </a:prstGeom>
          <a:gradFill>
            <a:gsLst>
              <a:gs pos="46000">
                <a:srgbClr val="20419B"/>
              </a:gs>
              <a:gs pos="100000">
                <a:srgbClr val="00B1A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F0069BF6-DCD9-7AE9-A767-C7D85E004E68}"/>
              </a:ext>
            </a:extLst>
          </p:cNvPr>
          <p:cNvSpPr>
            <a:spLocks noGrp="1" noRot="1" noMove="1" noResize="1" noEditPoints="1" noAdjustHandles="1" noChangeArrowheads="1" noChangeShapeType="1"/>
          </p:cNvSpPr>
          <p:nvPr/>
        </p:nvSpPr>
        <p:spPr>
          <a:xfrm>
            <a:off x="184485" y="160092"/>
            <a:ext cx="11831320" cy="6552620"/>
          </a:xfrm>
          <a:prstGeom prst="roundRect">
            <a:avLst>
              <a:gd name="adj" fmla="val 2736"/>
            </a:avLst>
          </a:prstGeom>
          <a:solidFill>
            <a:schemeClr val="bg1"/>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6" name="Group 15">
            <a:extLst>
              <a:ext uri="{FF2B5EF4-FFF2-40B4-BE49-F238E27FC236}">
                <a16:creationId xmlns:a16="http://schemas.microsoft.com/office/drawing/2014/main" id="{3859C2C8-2D9A-0506-9B9F-35B0D834D908}"/>
              </a:ext>
            </a:extLst>
          </p:cNvPr>
          <p:cNvGrpSpPr/>
          <p:nvPr/>
        </p:nvGrpSpPr>
        <p:grpSpPr>
          <a:xfrm>
            <a:off x="3773485" y="3229"/>
            <a:ext cx="4641308" cy="554157"/>
            <a:chOff x="4711036" y="14801"/>
            <a:chExt cx="4641308" cy="554157"/>
          </a:xfrm>
        </p:grpSpPr>
        <p:sp>
          <p:nvSpPr>
            <p:cNvPr id="17" name="Trapezoid 16">
              <a:extLst>
                <a:ext uri="{FF2B5EF4-FFF2-40B4-BE49-F238E27FC236}">
                  <a16:creationId xmlns:a16="http://schemas.microsoft.com/office/drawing/2014/main" id="{C4070570-BF84-9494-4F86-955F468BE369}"/>
                </a:ext>
              </a:extLst>
            </p:cNvPr>
            <p:cNvSpPr/>
            <p:nvPr/>
          </p:nvSpPr>
          <p:spPr>
            <a:xfrm rot="10800000">
              <a:off x="4711036" y="14801"/>
              <a:ext cx="4641308" cy="554157"/>
            </a:xfrm>
            <a:prstGeom prst="trapezoid">
              <a:avLst>
                <a:gd name="adj" fmla="val 43334"/>
              </a:avLst>
            </a:prstGeom>
            <a:solidFill>
              <a:srgbClr val="20419B"/>
            </a:solidFill>
            <a:ln w="38100">
              <a:noFill/>
            </a:ln>
            <a:effectLst>
              <a:innerShdw blurRad="317500">
                <a:prstClr val="black">
                  <a:alpha val="90000"/>
                </a:prstClr>
              </a:innerShdw>
            </a:effectLst>
            <a:scene3d>
              <a:camera prst="orthographicFront"/>
              <a:lightRig rig="threePt" dir="t">
                <a:rot lat="0" lon="0" rev="7800000"/>
              </a:lightRig>
            </a:scene3d>
            <a:sp3d prstMaterial="dkEdge">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1">
                <a:gradFill flip="none" rotWithShape="1">
                  <a:gsLst>
                    <a:gs pos="0">
                      <a:srgbClr val="20419A"/>
                    </a:gs>
                    <a:gs pos="98000">
                      <a:srgbClr val="763F98"/>
                    </a:gs>
                    <a:gs pos="54000">
                      <a:srgbClr val="0BB1A9"/>
                    </a:gs>
                  </a:gsLst>
                  <a:lin ang="10800000" scaled="1"/>
                  <a:tileRect/>
                </a:gradFill>
                <a:latin typeface="Museo Sans 900" panose="02000000000000000000" pitchFamily="2" charset="77"/>
                <a:ea typeface="Calibri"/>
                <a:cs typeface="Calibri"/>
              </a:endParaRPr>
            </a:p>
          </p:txBody>
        </p:sp>
        <p:sp>
          <p:nvSpPr>
            <p:cNvPr id="20" name="TextBox 19">
              <a:extLst>
                <a:ext uri="{FF2B5EF4-FFF2-40B4-BE49-F238E27FC236}">
                  <a16:creationId xmlns:a16="http://schemas.microsoft.com/office/drawing/2014/main" id="{FA08C8E5-0F90-140A-B18F-C7371A7A11F3}"/>
                </a:ext>
              </a:extLst>
            </p:cNvPr>
            <p:cNvSpPr txBox="1"/>
            <p:nvPr/>
          </p:nvSpPr>
          <p:spPr>
            <a:xfrm>
              <a:off x="5337410" y="87738"/>
              <a:ext cx="3365409" cy="400110"/>
            </a:xfrm>
            <a:prstGeom prst="rect">
              <a:avLst/>
            </a:prstGeom>
            <a:noFill/>
          </p:spPr>
          <p:txBody>
            <a:bodyPr wrap="square">
              <a:spAutoFit/>
            </a:bodyPr>
            <a:lstStyle/>
            <a:p>
              <a:pPr algn="ctr"/>
              <a:r>
                <a:rPr lang="en-US" sz="2000" b="1" dirty="0">
                  <a:gradFill>
                    <a:gsLst>
                      <a:gs pos="0">
                        <a:schemeClr val="bg1"/>
                      </a:gs>
                      <a:gs pos="98000">
                        <a:srgbClr val="00B1A9"/>
                      </a:gs>
                    </a:gsLst>
                    <a:lin ang="5400000" scaled="1"/>
                  </a:gradFill>
                  <a:latin typeface="Museo Sans 900" panose="02000000000000000000" pitchFamily="50" charset="0"/>
                  <a:ea typeface="Verdana"/>
                  <a:cs typeface="Poppins" pitchFamily="2" charset="77"/>
                </a:rPr>
                <a:t>OVERVIEW</a:t>
              </a:r>
              <a:endParaRPr lang="en-GB" sz="2000" dirty="0">
                <a:gradFill>
                  <a:gsLst>
                    <a:gs pos="0">
                      <a:schemeClr val="bg1"/>
                    </a:gs>
                    <a:gs pos="98000">
                      <a:srgbClr val="00B1A9"/>
                    </a:gs>
                  </a:gsLst>
                  <a:lin ang="5400000" scaled="1"/>
                </a:gradFill>
              </a:endParaRPr>
            </a:p>
          </p:txBody>
        </p:sp>
      </p:grpSp>
      <p:sp>
        <p:nvSpPr>
          <p:cNvPr id="61" name="Subtitle 6">
            <a:extLst>
              <a:ext uri="{FF2B5EF4-FFF2-40B4-BE49-F238E27FC236}">
                <a16:creationId xmlns:a16="http://schemas.microsoft.com/office/drawing/2014/main" id="{966F6A68-8D2B-6573-57EB-C4FC575063CB}"/>
              </a:ext>
            </a:extLst>
          </p:cNvPr>
          <p:cNvSpPr>
            <a:spLocks noGrp="1"/>
          </p:cNvSpPr>
          <p:nvPr/>
        </p:nvSpPr>
        <p:spPr>
          <a:xfrm>
            <a:off x="528590" y="781729"/>
            <a:ext cx="7930666" cy="62739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2400" b="1" dirty="0">
                <a:solidFill>
                  <a:srgbClr val="00B1A9"/>
                </a:solidFill>
                <a:latin typeface="Museo Sans 900" panose="02000000000000000000" pitchFamily="50" charset="0"/>
                <a:ea typeface="Verdana"/>
                <a:cs typeface="Poppins" pitchFamily="2" charset="77"/>
              </a:rPr>
              <a:t>ERD DESIGN &amp; EXPLANATION</a:t>
            </a:r>
          </a:p>
        </p:txBody>
      </p:sp>
      <p:sp>
        <p:nvSpPr>
          <p:cNvPr id="11" name="TextBox 10">
            <a:extLst>
              <a:ext uri="{FF2B5EF4-FFF2-40B4-BE49-F238E27FC236}">
                <a16:creationId xmlns:a16="http://schemas.microsoft.com/office/drawing/2014/main" id="{CE5144D4-F02A-A601-726C-2E5A00ED320F}"/>
              </a:ext>
            </a:extLst>
          </p:cNvPr>
          <p:cNvSpPr txBox="1"/>
          <p:nvPr/>
        </p:nvSpPr>
        <p:spPr>
          <a:xfrm>
            <a:off x="5772700" y="1209504"/>
            <a:ext cx="6097772" cy="2308324"/>
          </a:xfrm>
          <a:prstGeom prst="rect">
            <a:avLst/>
          </a:prstGeom>
          <a:noFill/>
        </p:spPr>
        <p:txBody>
          <a:bodyPr wrap="square">
            <a:spAutoFit/>
          </a:bodyPr>
          <a:lstStyle/>
          <a:p>
            <a:r>
              <a:rPr lang="en-GB" dirty="0">
                <a:solidFill>
                  <a:srgbClr val="002060"/>
                </a:solidFill>
                <a:latin typeface="Museo Sans 300" panose="02000000000000000000" pitchFamily="50" charset="0"/>
                <a:cs typeface="Arial" panose="020B0604020202020204" pitchFamily="34" charset="0"/>
              </a:rPr>
              <a:t>The original data source is a denormalized flat table encompassing all drilling operations data, from PAC through to detailed operational records. This dataset is normalized by applying standard normalization techniques, including the elimination of data redundancy, the assignment of primary keys to each derived table, and the removal of transitive dependencies to ensure data integrity.</a:t>
            </a:r>
          </a:p>
        </p:txBody>
      </p:sp>
      <p:pic>
        <p:nvPicPr>
          <p:cNvPr id="19" name="Picture 18">
            <a:extLst>
              <a:ext uri="{FF2B5EF4-FFF2-40B4-BE49-F238E27FC236}">
                <a16:creationId xmlns:a16="http://schemas.microsoft.com/office/drawing/2014/main" id="{F687287F-4786-11BD-DA7A-ECD8C5D0F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590" y="1300480"/>
            <a:ext cx="5134168" cy="4632960"/>
          </a:xfrm>
          <a:prstGeom prst="rect">
            <a:avLst/>
          </a:prstGeom>
          <a:ln>
            <a:solidFill>
              <a:schemeClr val="accent1"/>
            </a:solidFill>
          </a:ln>
        </p:spPr>
      </p:pic>
    </p:spTree>
    <p:extLst>
      <p:ext uri="{BB962C8B-B14F-4D97-AF65-F5344CB8AC3E}">
        <p14:creationId xmlns:p14="http://schemas.microsoft.com/office/powerpoint/2010/main" val="729241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925A3-A796-E9E1-9C35-D23FC90442C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04418EE-777A-3FDA-3239-06DBBF3F696F}"/>
              </a:ext>
            </a:extLst>
          </p:cNvPr>
          <p:cNvSpPr>
            <a:spLocks noGrp="1" noRot="1" noMove="1" noResize="1" noEditPoints="1" noAdjustHandles="1" noChangeArrowheads="1" noChangeShapeType="1"/>
          </p:cNvSpPr>
          <p:nvPr/>
        </p:nvSpPr>
        <p:spPr>
          <a:xfrm>
            <a:off x="0" y="0"/>
            <a:ext cx="12192000" cy="6858000"/>
          </a:xfrm>
          <a:prstGeom prst="rect">
            <a:avLst/>
          </a:prstGeom>
          <a:gradFill>
            <a:gsLst>
              <a:gs pos="46000">
                <a:srgbClr val="20419B"/>
              </a:gs>
              <a:gs pos="100000">
                <a:srgbClr val="00B1A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8720CAAF-8B00-9CA6-C682-D8130263E8E6}"/>
              </a:ext>
            </a:extLst>
          </p:cNvPr>
          <p:cNvSpPr>
            <a:spLocks noGrp="1" noRot="1" noMove="1" noResize="1" noEditPoints="1" noAdjustHandles="1" noChangeArrowheads="1" noChangeShapeType="1"/>
          </p:cNvSpPr>
          <p:nvPr/>
        </p:nvSpPr>
        <p:spPr>
          <a:xfrm>
            <a:off x="184485" y="160092"/>
            <a:ext cx="11831320" cy="6552620"/>
          </a:xfrm>
          <a:prstGeom prst="roundRect">
            <a:avLst>
              <a:gd name="adj" fmla="val 2736"/>
            </a:avLst>
          </a:prstGeom>
          <a:solidFill>
            <a:schemeClr val="bg1"/>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369F5A8F-9A43-9AD4-F401-7FFAC8AD0C74}"/>
              </a:ext>
            </a:extLst>
          </p:cNvPr>
          <p:cNvGrpSpPr/>
          <p:nvPr/>
        </p:nvGrpSpPr>
        <p:grpSpPr>
          <a:xfrm>
            <a:off x="3773485" y="3229"/>
            <a:ext cx="4641308" cy="554157"/>
            <a:chOff x="4711036" y="14801"/>
            <a:chExt cx="4641308" cy="554157"/>
          </a:xfrm>
        </p:grpSpPr>
        <p:sp>
          <p:nvSpPr>
            <p:cNvPr id="17" name="Trapezoid 16">
              <a:extLst>
                <a:ext uri="{FF2B5EF4-FFF2-40B4-BE49-F238E27FC236}">
                  <a16:creationId xmlns:a16="http://schemas.microsoft.com/office/drawing/2014/main" id="{ABCC9ACF-4DBA-AE0D-4555-348C6EAE7545}"/>
                </a:ext>
              </a:extLst>
            </p:cNvPr>
            <p:cNvSpPr/>
            <p:nvPr/>
          </p:nvSpPr>
          <p:spPr>
            <a:xfrm rot="10800000">
              <a:off x="4711036" y="14801"/>
              <a:ext cx="4641308" cy="554157"/>
            </a:xfrm>
            <a:prstGeom prst="trapezoid">
              <a:avLst>
                <a:gd name="adj" fmla="val 43334"/>
              </a:avLst>
            </a:prstGeom>
            <a:solidFill>
              <a:srgbClr val="20419B"/>
            </a:solidFill>
            <a:ln w="38100">
              <a:noFill/>
            </a:ln>
            <a:effectLst>
              <a:innerShdw blurRad="317500">
                <a:prstClr val="black">
                  <a:alpha val="90000"/>
                </a:prstClr>
              </a:innerShdw>
            </a:effectLst>
            <a:scene3d>
              <a:camera prst="orthographicFront"/>
              <a:lightRig rig="threePt" dir="t">
                <a:rot lat="0" lon="0" rev="7800000"/>
              </a:lightRig>
            </a:scene3d>
            <a:sp3d prstMaterial="dkEdge">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1">
                <a:gradFill flip="none" rotWithShape="1">
                  <a:gsLst>
                    <a:gs pos="0">
                      <a:srgbClr val="20419A"/>
                    </a:gs>
                    <a:gs pos="98000">
                      <a:srgbClr val="763F98"/>
                    </a:gs>
                    <a:gs pos="54000">
                      <a:srgbClr val="0BB1A9"/>
                    </a:gs>
                  </a:gsLst>
                  <a:lin ang="10800000" scaled="1"/>
                  <a:tileRect/>
                </a:gradFill>
                <a:latin typeface="Museo Sans 900" panose="02000000000000000000" pitchFamily="2" charset="77"/>
                <a:ea typeface="Calibri"/>
                <a:cs typeface="Calibri"/>
              </a:endParaRPr>
            </a:p>
          </p:txBody>
        </p:sp>
        <p:sp>
          <p:nvSpPr>
            <p:cNvPr id="20" name="TextBox 19">
              <a:extLst>
                <a:ext uri="{FF2B5EF4-FFF2-40B4-BE49-F238E27FC236}">
                  <a16:creationId xmlns:a16="http://schemas.microsoft.com/office/drawing/2014/main" id="{6538F0C5-601C-F6C7-82FE-0C08D5BC2DFB}"/>
                </a:ext>
              </a:extLst>
            </p:cNvPr>
            <p:cNvSpPr txBox="1"/>
            <p:nvPr/>
          </p:nvSpPr>
          <p:spPr>
            <a:xfrm>
              <a:off x="5337410" y="87738"/>
              <a:ext cx="3365409" cy="400110"/>
            </a:xfrm>
            <a:prstGeom prst="rect">
              <a:avLst/>
            </a:prstGeom>
            <a:noFill/>
          </p:spPr>
          <p:txBody>
            <a:bodyPr wrap="square">
              <a:spAutoFit/>
            </a:bodyPr>
            <a:lstStyle/>
            <a:p>
              <a:pPr algn="ctr"/>
              <a:r>
                <a:rPr lang="en-US" sz="2000" b="1" dirty="0">
                  <a:gradFill>
                    <a:gsLst>
                      <a:gs pos="0">
                        <a:schemeClr val="bg1"/>
                      </a:gs>
                      <a:gs pos="98000">
                        <a:srgbClr val="00B1A9"/>
                      </a:gs>
                    </a:gsLst>
                    <a:lin ang="5400000" scaled="1"/>
                  </a:gradFill>
                  <a:latin typeface="Museo Sans 900" panose="02000000000000000000" pitchFamily="50" charset="0"/>
                  <a:ea typeface="Verdana"/>
                  <a:cs typeface="Poppins" pitchFamily="2" charset="77"/>
                </a:rPr>
                <a:t>ENTITIES &amp; ATTRIBUTES</a:t>
              </a:r>
              <a:endParaRPr lang="en-GB" sz="2000" dirty="0">
                <a:gradFill>
                  <a:gsLst>
                    <a:gs pos="0">
                      <a:schemeClr val="bg1"/>
                    </a:gs>
                    <a:gs pos="98000">
                      <a:srgbClr val="00B1A9"/>
                    </a:gs>
                  </a:gsLst>
                  <a:lin ang="5400000" scaled="1"/>
                </a:gradFill>
              </a:endParaRPr>
            </a:p>
          </p:txBody>
        </p:sp>
      </p:grpSp>
      <p:graphicFrame>
        <p:nvGraphicFramePr>
          <p:cNvPr id="60" name="Table 59">
            <a:extLst>
              <a:ext uri="{FF2B5EF4-FFF2-40B4-BE49-F238E27FC236}">
                <a16:creationId xmlns:a16="http://schemas.microsoft.com/office/drawing/2014/main" id="{9C9EFD29-F48F-AC5E-5D83-B2E3136B3BA2}"/>
              </a:ext>
            </a:extLst>
          </p:cNvPr>
          <p:cNvGraphicFramePr>
            <a:graphicFrameLocks noGrp="1"/>
          </p:cNvGraphicFramePr>
          <p:nvPr>
            <p:extLst>
              <p:ext uri="{D42A27DB-BD31-4B8C-83A1-F6EECF244321}">
                <p14:modId xmlns:p14="http://schemas.microsoft.com/office/powerpoint/2010/main" val="2699545877"/>
              </p:ext>
            </p:extLst>
          </p:nvPr>
        </p:nvGraphicFramePr>
        <p:xfrm>
          <a:off x="432544" y="632971"/>
          <a:ext cx="5605216" cy="1628162"/>
        </p:xfrm>
        <a:graphic>
          <a:graphicData uri="http://schemas.openxmlformats.org/drawingml/2006/table">
            <a:tbl>
              <a:tblPr firstRow="1" bandRow="1">
                <a:tableStyleId>{5C22544A-7EE6-4342-B048-85BDC9FD1C3A}</a:tableStyleId>
              </a:tblPr>
              <a:tblGrid>
                <a:gridCol w="786656">
                  <a:extLst>
                    <a:ext uri="{9D8B030D-6E8A-4147-A177-3AD203B41FA5}">
                      <a16:colId xmlns:a16="http://schemas.microsoft.com/office/drawing/2014/main" val="2865788129"/>
                    </a:ext>
                  </a:extLst>
                </a:gridCol>
                <a:gridCol w="1686560">
                  <a:extLst>
                    <a:ext uri="{9D8B030D-6E8A-4147-A177-3AD203B41FA5}">
                      <a16:colId xmlns:a16="http://schemas.microsoft.com/office/drawing/2014/main" val="110566546"/>
                    </a:ext>
                  </a:extLst>
                </a:gridCol>
                <a:gridCol w="3132000">
                  <a:extLst>
                    <a:ext uri="{9D8B030D-6E8A-4147-A177-3AD203B41FA5}">
                      <a16:colId xmlns:a16="http://schemas.microsoft.com/office/drawing/2014/main" val="708210588"/>
                    </a:ext>
                  </a:extLst>
                </a:gridCol>
              </a:tblGrid>
              <a:tr h="432051">
                <a:tc gridSpan="3">
                  <a:txBody>
                    <a:bodyPr/>
                    <a:lstStyle/>
                    <a:p>
                      <a:pPr marL="0" algn="ctr" defTabSz="914400" rtl="0" eaLnBrk="1" latinLnBrk="0" hangingPunct="1"/>
                      <a:r>
                        <a:rPr lang="en-GB" sz="1600" b="0" i="0" kern="1200" dirty="0">
                          <a:solidFill>
                            <a:schemeClr val="bg1"/>
                          </a:solidFill>
                          <a:latin typeface="Museo Sans 900" panose="02000000000000000000" pitchFamily="50" charset="0"/>
                          <a:ea typeface="+mn-ea"/>
                          <a:cs typeface="Arial" panose="020B0604020202020204" pitchFamily="34" charset="0"/>
                        </a:rPr>
                        <a:t>PAC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algn="ctr"/>
                      <a:endParaRPr lang="en-GB" sz="1600" b="0" i="0" kern="1200">
                        <a:solidFill>
                          <a:schemeClr val="bg1"/>
                        </a:solidFill>
                        <a:latin typeface="Museo Sans 900" panose="02000000000000000000" pitchFamily="50"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marL="0" algn="ctr" defTabSz="914400" rtl="0" eaLnBrk="1" latinLnBrk="0" hangingPunct="1"/>
                      <a:endParaRPr lang="en-GB" sz="1600" b="0" i="0" kern="1200" dirty="0">
                        <a:solidFill>
                          <a:schemeClr val="bg1"/>
                        </a:solidFill>
                        <a:latin typeface="Museo Sans 9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2543555895"/>
                  </a:ext>
                </a:extLst>
              </a:tr>
              <a:tr h="332111">
                <a:tc>
                  <a:txBody>
                    <a:bodyPr/>
                    <a:lstStyle/>
                    <a:p>
                      <a:pPr algn="ctr"/>
                      <a:r>
                        <a:rPr lang="en-GB" sz="1400" b="0" i="0" kern="1200" dirty="0">
                          <a:solidFill>
                            <a:schemeClr val="bg1"/>
                          </a:solidFill>
                          <a:latin typeface="Museo Sans 900" panose="02000000000000000000" pitchFamily="50" charset="0"/>
                          <a:ea typeface="+mn-ea"/>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3288920260"/>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PACId</a:t>
                      </a:r>
                      <a:r>
                        <a:rPr lang="en-GB" sz="1400" kern="1200" dirty="0">
                          <a:solidFill>
                            <a:srgbClr val="002060"/>
                          </a:solidFill>
                          <a:latin typeface="Museo Sans 300" panose="02000000000000000000" pitchFamily="50" charset="0"/>
                          <a:ea typeface="+mn-ea"/>
                          <a:cs typeface="Arial" panose="020B0604020202020204" pitchFamily="34" charset="0"/>
                        </a:rPr>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Unique identifier for PAC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02193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PacName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Production Asset Company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44045"/>
                  </a:ext>
                </a:extLst>
              </a:tr>
            </a:tbl>
          </a:graphicData>
        </a:graphic>
      </p:graphicFrame>
      <p:graphicFrame>
        <p:nvGraphicFramePr>
          <p:cNvPr id="5" name="Table 4">
            <a:extLst>
              <a:ext uri="{FF2B5EF4-FFF2-40B4-BE49-F238E27FC236}">
                <a16:creationId xmlns:a16="http://schemas.microsoft.com/office/drawing/2014/main" id="{58811131-CDEB-DC53-B79B-96DC99FCE5D5}"/>
              </a:ext>
            </a:extLst>
          </p:cNvPr>
          <p:cNvGraphicFramePr>
            <a:graphicFrameLocks noGrp="1"/>
          </p:cNvGraphicFramePr>
          <p:nvPr>
            <p:extLst>
              <p:ext uri="{D42A27DB-BD31-4B8C-83A1-F6EECF244321}">
                <p14:modId xmlns:p14="http://schemas.microsoft.com/office/powerpoint/2010/main" val="3915748626"/>
              </p:ext>
            </p:extLst>
          </p:nvPr>
        </p:nvGraphicFramePr>
        <p:xfrm>
          <a:off x="432543" y="2349174"/>
          <a:ext cx="5584897" cy="1628162"/>
        </p:xfrm>
        <a:graphic>
          <a:graphicData uri="http://schemas.openxmlformats.org/drawingml/2006/table">
            <a:tbl>
              <a:tblPr firstRow="1" bandRow="1">
                <a:tableStyleId>{5C22544A-7EE6-4342-B048-85BDC9FD1C3A}</a:tableStyleId>
              </a:tblPr>
              <a:tblGrid>
                <a:gridCol w="788400">
                  <a:extLst>
                    <a:ext uri="{9D8B030D-6E8A-4147-A177-3AD203B41FA5}">
                      <a16:colId xmlns:a16="http://schemas.microsoft.com/office/drawing/2014/main" val="2865788129"/>
                    </a:ext>
                  </a:extLst>
                </a:gridCol>
                <a:gridCol w="1664497">
                  <a:extLst>
                    <a:ext uri="{9D8B030D-6E8A-4147-A177-3AD203B41FA5}">
                      <a16:colId xmlns:a16="http://schemas.microsoft.com/office/drawing/2014/main" val="110566546"/>
                    </a:ext>
                  </a:extLst>
                </a:gridCol>
                <a:gridCol w="3132000">
                  <a:extLst>
                    <a:ext uri="{9D8B030D-6E8A-4147-A177-3AD203B41FA5}">
                      <a16:colId xmlns:a16="http://schemas.microsoft.com/office/drawing/2014/main" val="708210588"/>
                    </a:ext>
                  </a:extLst>
                </a:gridCol>
              </a:tblGrid>
              <a:tr h="432051">
                <a:tc gridSpan="3">
                  <a:txBody>
                    <a:bodyPr/>
                    <a:lstStyle/>
                    <a:p>
                      <a:pPr marL="0" algn="ctr" defTabSz="914400" rtl="0" eaLnBrk="1" latinLnBrk="0" hangingPunct="1"/>
                      <a:r>
                        <a:rPr lang="en-GB" sz="1600" b="0" i="0" kern="1200" dirty="0">
                          <a:solidFill>
                            <a:schemeClr val="bg1"/>
                          </a:solidFill>
                          <a:latin typeface="Museo Sans 900" panose="02000000000000000000" pitchFamily="50" charset="0"/>
                          <a:ea typeface="+mn-ea"/>
                          <a:cs typeface="Arial" panose="020B0604020202020204" pitchFamily="34" charset="0"/>
                        </a:rPr>
                        <a:t>REGIONS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algn="ctr"/>
                      <a:endParaRPr lang="en-GB" sz="1600" b="0" i="0" kern="1200">
                        <a:solidFill>
                          <a:schemeClr val="bg1"/>
                        </a:solidFill>
                        <a:latin typeface="Museo Sans 900" panose="02000000000000000000" pitchFamily="50"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marL="0" algn="ctr" defTabSz="914400" rtl="0" eaLnBrk="1" latinLnBrk="0" hangingPunct="1"/>
                      <a:endParaRPr lang="en-GB" sz="1600" b="0" i="0" kern="1200" dirty="0">
                        <a:solidFill>
                          <a:schemeClr val="bg1"/>
                        </a:solidFill>
                        <a:latin typeface="Museo Sans 9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2543555895"/>
                  </a:ext>
                </a:extLst>
              </a:tr>
              <a:tr h="332111">
                <a:tc>
                  <a:txBody>
                    <a:bodyPr/>
                    <a:lstStyle/>
                    <a:p>
                      <a:pPr algn="ctr"/>
                      <a:r>
                        <a:rPr lang="en-GB" sz="1400" b="0" i="0" kern="1200" dirty="0">
                          <a:solidFill>
                            <a:schemeClr val="bg1"/>
                          </a:solidFill>
                          <a:latin typeface="Museo Sans 900" panose="02000000000000000000" pitchFamily="50" charset="0"/>
                          <a:ea typeface="+mn-ea"/>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3288920260"/>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RegionId</a:t>
                      </a:r>
                      <a:r>
                        <a:rPr lang="en-GB" sz="1400" kern="1200" dirty="0">
                          <a:solidFill>
                            <a:srgbClr val="002060"/>
                          </a:solidFill>
                          <a:latin typeface="Museo Sans 300" panose="02000000000000000000" pitchFamily="50" charset="0"/>
                          <a:ea typeface="+mn-ea"/>
                          <a:cs typeface="Arial" panose="020B0604020202020204" pitchFamily="34" charset="0"/>
                        </a:rPr>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Unique identifier for Regions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02193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RegionName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Region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44045"/>
                  </a:ext>
                </a:extLst>
              </a:tr>
            </a:tbl>
          </a:graphicData>
        </a:graphic>
      </p:graphicFrame>
      <p:graphicFrame>
        <p:nvGraphicFramePr>
          <p:cNvPr id="7" name="Table 6">
            <a:extLst>
              <a:ext uri="{FF2B5EF4-FFF2-40B4-BE49-F238E27FC236}">
                <a16:creationId xmlns:a16="http://schemas.microsoft.com/office/drawing/2014/main" id="{4848E699-116B-20AF-4190-BE6216B9EB8F}"/>
              </a:ext>
            </a:extLst>
          </p:cNvPr>
          <p:cNvGraphicFramePr>
            <a:graphicFrameLocks noGrp="1"/>
          </p:cNvGraphicFramePr>
          <p:nvPr>
            <p:extLst>
              <p:ext uri="{D42A27DB-BD31-4B8C-83A1-F6EECF244321}">
                <p14:modId xmlns:p14="http://schemas.microsoft.com/office/powerpoint/2010/main" val="2031556330"/>
              </p:ext>
            </p:extLst>
          </p:nvPr>
        </p:nvGraphicFramePr>
        <p:xfrm>
          <a:off x="6285819" y="2858339"/>
          <a:ext cx="5595057" cy="2492162"/>
        </p:xfrm>
        <a:graphic>
          <a:graphicData uri="http://schemas.openxmlformats.org/drawingml/2006/table">
            <a:tbl>
              <a:tblPr firstRow="1" bandRow="1">
                <a:tableStyleId>{5C22544A-7EE6-4342-B048-85BDC9FD1C3A}</a:tableStyleId>
              </a:tblPr>
              <a:tblGrid>
                <a:gridCol w="788400">
                  <a:extLst>
                    <a:ext uri="{9D8B030D-6E8A-4147-A177-3AD203B41FA5}">
                      <a16:colId xmlns:a16="http://schemas.microsoft.com/office/drawing/2014/main" val="2865788129"/>
                    </a:ext>
                  </a:extLst>
                </a:gridCol>
                <a:gridCol w="1674657">
                  <a:extLst>
                    <a:ext uri="{9D8B030D-6E8A-4147-A177-3AD203B41FA5}">
                      <a16:colId xmlns:a16="http://schemas.microsoft.com/office/drawing/2014/main" val="110566546"/>
                    </a:ext>
                  </a:extLst>
                </a:gridCol>
                <a:gridCol w="3132000">
                  <a:extLst>
                    <a:ext uri="{9D8B030D-6E8A-4147-A177-3AD203B41FA5}">
                      <a16:colId xmlns:a16="http://schemas.microsoft.com/office/drawing/2014/main" val="708210588"/>
                    </a:ext>
                  </a:extLst>
                </a:gridCol>
              </a:tblGrid>
              <a:tr h="432051">
                <a:tc gridSpan="3">
                  <a:txBody>
                    <a:bodyPr/>
                    <a:lstStyle/>
                    <a:p>
                      <a:pPr marL="0" algn="ctr" defTabSz="914400" rtl="0" eaLnBrk="1" latinLnBrk="0" hangingPunct="1"/>
                      <a:r>
                        <a:rPr lang="en-GB" sz="1600" b="0" i="0" kern="1200" dirty="0">
                          <a:solidFill>
                            <a:schemeClr val="bg1"/>
                          </a:solidFill>
                          <a:latin typeface="Museo Sans 900" panose="02000000000000000000" pitchFamily="50" charset="0"/>
                          <a:ea typeface="+mn-ea"/>
                          <a:cs typeface="Arial" panose="020B0604020202020204" pitchFamily="34" charset="0"/>
                        </a:rPr>
                        <a:t>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algn="ctr"/>
                      <a:endParaRPr lang="en-GB" sz="1600" b="0" i="0" kern="1200">
                        <a:solidFill>
                          <a:schemeClr val="bg1"/>
                        </a:solidFill>
                        <a:latin typeface="Museo Sans 900" panose="02000000000000000000" pitchFamily="50"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marL="0" algn="ctr" defTabSz="914400" rtl="0" eaLnBrk="1" latinLnBrk="0" hangingPunct="1"/>
                      <a:endParaRPr lang="en-GB" sz="1600" b="0" i="0" kern="1200" dirty="0">
                        <a:solidFill>
                          <a:schemeClr val="bg1"/>
                        </a:solidFill>
                        <a:latin typeface="Museo Sans 9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2543555895"/>
                  </a:ext>
                </a:extLst>
              </a:tr>
              <a:tr h="332111">
                <a:tc>
                  <a:txBody>
                    <a:bodyPr/>
                    <a:lstStyle/>
                    <a:p>
                      <a:pPr algn="ctr"/>
                      <a:r>
                        <a:rPr lang="en-GB" sz="1400" b="0" i="0" kern="1200" dirty="0">
                          <a:solidFill>
                            <a:schemeClr val="bg1"/>
                          </a:solidFill>
                          <a:latin typeface="Museo Sans 900" panose="02000000000000000000" pitchFamily="50" charset="0"/>
                          <a:ea typeface="+mn-ea"/>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3288920260"/>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FieldId</a:t>
                      </a:r>
                      <a:r>
                        <a:rPr lang="en-GB" sz="1400" kern="1200" dirty="0">
                          <a:solidFill>
                            <a:srgbClr val="002060"/>
                          </a:solidFill>
                          <a:latin typeface="Museo Sans 300" panose="02000000000000000000" pitchFamily="50" charset="0"/>
                          <a:ea typeface="+mn-ea"/>
                          <a:cs typeface="Arial" panose="020B0604020202020204" pitchFamily="34" charset="0"/>
                        </a:rPr>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Unique identifier for Fields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02193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RegionId</a:t>
                      </a:r>
                      <a:r>
                        <a:rPr lang="en-GB" sz="1400" kern="1200" dirty="0">
                          <a:solidFill>
                            <a:srgbClr val="002060"/>
                          </a:solidFill>
                          <a:latin typeface="Museo Sans 300" panose="02000000000000000000" pitchFamily="50" charset="0"/>
                          <a:ea typeface="+mn-ea"/>
                          <a:cs typeface="Arial" panose="020B0604020202020204" pitchFamily="34" charset="0"/>
                        </a:rPr>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Reference key to Regions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489622"/>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PACId</a:t>
                      </a:r>
                      <a:r>
                        <a:rPr lang="en-GB" sz="1400" kern="1200" dirty="0">
                          <a:solidFill>
                            <a:srgbClr val="002060"/>
                          </a:solidFill>
                          <a:latin typeface="Museo Sans 300" panose="02000000000000000000" pitchFamily="50" charset="0"/>
                          <a:ea typeface="+mn-ea"/>
                          <a:cs typeface="Arial" panose="020B0604020202020204" pitchFamily="34" charset="0"/>
                        </a:rPr>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Reference key to PAC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0520529"/>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FieldName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Field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44045"/>
                  </a:ext>
                </a:extLst>
              </a:tr>
            </a:tbl>
          </a:graphicData>
        </a:graphic>
      </p:graphicFrame>
      <p:graphicFrame>
        <p:nvGraphicFramePr>
          <p:cNvPr id="10" name="Table 9">
            <a:extLst>
              <a:ext uri="{FF2B5EF4-FFF2-40B4-BE49-F238E27FC236}">
                <a16:creationId xmlns:a16="http://schemas.microsoft.com/office/drawing/2014/main" id="{BAF35197-E3C0-736B-2756-A1ECBF9A2B9E}"/>
              </a:ext>
            </a:extLst>
          </p:cNvPr>
          <p:cNvGraphicFramePr>
            <a:graphicFrameLocks noGrp="1"/>
          </p:cNvGraphicFramePr>
          <p:nvPr>
            <p:extLst>
              <p:ext uri="{D42A27DB-BD31-4B8C-83A1-F6EECF244321}">
                <p14:modId xmlns:p14="http://schemas.microsoft.com/office/powerpoint/2010/main" val="3630948410"/>
              </p:ext>
            </p:extLst>
          </p:nvPr>
        </p:nvGraphicFramePr>
        <p:xfrm>
          <a:off x="6285819" y="641313"/>
          <a:ext cx="5584897" cy="2060162"/>
        </p:xfrm>
        <a:graphic>
          <a:graphicData uri="http://schemas.openxmlformats.org/drawingml/2006/table">
            <a:tbl>
              <a:tblPr firstRow="1" bandRow="1">
                <a:tableStyleId>{5C22544A-7EE6-4342-B048-85BDC9FD1C3A}</a:tableStyleId>
              </a:tblPr>
              <a:tblGrid>
                <a:gridCol w="788400">
                  <a:extLst>
                    <a:ext uri="{9D8B030D-6E8A-4147-A177-3AD203B41FA5}">
                      <a16:colId xmlns:a16="http://schemas.microsoft.com/office/drawing/2014/main" val="2865788129"/>
                    </a:ext>
                  </a:extLst>
                </a:gridCol>
                <a:gridCol w="1664497">
                  <a:extLst>
                    <a:ext uri="{9D8B030D-6E8A-4147-A177-3AD203B41FA5}">
                      <a16:colId xmlns:a16="http://schemas.microsoft.com/office/drawing/2014/main" val="110566546"/>
                    </a:ext>
                  </a:extLst>
                </a:gridCol>
                <a:gridCol w="3132000">
                  <a:extLst>
                    <a:ext uri="{9D8B030D-6E8A-4147-A177-3AD203B41FA5}">
                      <a16:colId xmlns:a16="http://schemas.microsoft.com/office/drawing/2014/main" val="708210588"/>
                    </a:ext>
                  </a:extLst>
                </a:gridCol>
              </a:tblGrid>
              <a:tr h="432051">
                <a:tc gridSpan="3">
                  <a:txBody>
                    <a:bodyPr/>
                    <a:lstStyle/>
                    <a:p>
                      <a:pPr marL="0" algn="ctr" defTabSz="914400" rtl="0" eaLnBrk="1" latinLnBrk="0" hangingPunct="1"/>
                      <a:r>
                        <a:rPr lang="en-GB" sz="1600" b="0" i="0" kern="1200" dirty="0">
                          <a:solidFill>
                            <a:schemeClr val="bg1"/>
                          </a:solidFill>
                          <a:latin typeface="Museo Sans 900" panose="02000000000000000000" pitchFamily="50" charset="0"/>
                          <a:ea typeface="+mn-ea"/>
                          <a:cs typeface="Arial" panose="020B0604020202020204" pitchFamily="34" charset="0"/>
                        </a:rPr>
                        <a:t>RIGS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algn="ctr"/>
                      <a:endParaRPr lang="en-GB" sz="1600" b="0" i="0" kern="1200">
                        <a:solidFill>
                          <a:schemeClr val="bg1"/>
                        </a:solidFill>
                        <a:latin typeface="Museo Sans 900" panose="02000000000000000000" pitchFamily="50"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marL="0" algn="ctr" defTabSz="914400" rtl="0" eaLnBrk="1" latinLnBrk="0" hangingPunct="1"/>
                      <a:endParaRPr lang="en-GB" sz="1600" b="0" i="0" kern="1200" dirty="0">
                        <a:solidFill>
                          <a:schemeClr val="bg1"/>
                        </a:solidFill>
                        <a:latin typeface="Museo Sans 9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2543555895"/>
                  </a:ext>
                </a:extLst>
              </a:tr>
              <a:tr h="332111">
                <a:tc>
                  <a:txBody>
                    <a:bodyPr/>
                    <a:lstStyle/>
                    <a:p>
                      <a:pPr algn="ctr"/>
                      <a:r>
                        <a:rPr lang="en-GB" sz="1400" b="0" i="0" kern="1200" dirty="0">
                          <a:solidFill>
                            <a:schemeClr val="bg1"/>
                          </a:solidFill>
                          <a:latin typeface="Museo Sans 900" panose="02000000000000000000" pitchFamily="50" charset="0"/>
                          <a:ea typeface="+mn-ea"/>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3288920260"/>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RigId</a:t>
                      </a:r>
                      <a:r>
                        <a:rPr lang="en-GB" sz="1400" kern="1200" dirty="0">
                          <a:solidFill>
                            <a:srgbClr val="002060"/>
                          </a:solidFill>
                          <a:latin typeface="Museo Sans 300" panose="02000000000000000000" pitchFamily="50" charset="0"/>
                          <a:ea typeface="+mn-ea"/>
                          <a:cs typeface="Arial" panose="020B0604020202020204" pitchFamily="34" charset="0"/>
                        </a:rPr>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Unique identifier for Rigs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02193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RigName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Rig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489622"/>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RigType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Type of rig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44045"/>
                  </a:ext>
                </a:extLst>
              </a:tr>
            </a:tbl>
          </a:graphicData>
        </a:graphic>
      </p:graphicFrame>
    </p:spTree>
    <p:extLst>
      <p:ext uri="{BB962C8B-B14F-4D97-AF65-F5344CB8AC3E}">
        <p14:creationId xmlns:p14="http://schemas.microsoft.com/office/powerpoint/2010/main" val="165296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E9A84-E7ED-F94B-3474-3DD2FD25F7C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833A9E4-7D05-7D65-5589-DA0EE31A0B30}"/>
              </a:ext>
            </a:extLst>
          </p:cNvPr>
          <p:cNvSpPr>
            <a:spLocks noGrp="1" noRot="1" noMove="1" noResize="1" noEditPoints="1" noAdjustHandles="1" noChangeArrowheads="1" noChangeShapeType="1"/>
          </p:cNvSpPr>
          <p:nvPr/>
        </p:nvSpPr>
        <p:spPr>
          <a:xfrm>
            <a:off x="0" y="0"/>
            <a:ext cx="12192000" cy="6858000"/>
          </a:xfrm>
          <a:prstGeom prst="rect">
            <a:avLst/>
          </a:prstGeom>
          <a:gradFill>
            <a:gsLst>
              <a:gs pos="46000">
                <a:srgbClr val="20419B"/>
              </a:gs>
              <a:gs pos="100000">
                <a:srgbClr val="00B1A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A7D9054A-4E31-F52A-659B-290CAC0DFF7B}"/>
              </a:ext>
            </a:extLst>
          </p:cNvPr>
          <p:cNvSpPr>
            <a:spLocks noGrp="1" noRot="1" noMove="1" noResize="1" noEditPoints="1" noAdjustHandles="1" noChangeArrowheads="1" noChangeShapeType="1"/>
          </p:cNvSpPr>
          <p:nvPr/>
        </p:nvSpPr>
        <p:spPr>
          <a:xfrm>
            <a:off x="184485" y="160092"/>
            <a:ext cx="11831320" cy="6552620"/>
          </a:xfrm>
          <a:prstGeom prst="roundRect">
            <a:avLst>
              <a:gd name="adj" fmla="val 2736"/>
            </a:avLst>
          </a:prstGeom>
          <a:solidFill>
            <a:schemeClr val="bg1"/>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A70BFF2E-3B4B-1D6B-BD69-154397BD77B0}"/>
              </a:ext>
            </a:extLst>
          </p:cNvPr>
          <p:cNvGrpSpPr/>
          <p:nvPr/>
        </p:nvGrpSpPr>
        <p:grpSpPr>
          <a:xfrm>
            <a:off x="3773485" y="3229"/>
            <a:ext cx="4641308" cy="554157"/>
            <a:chOff x="4711036" y="14801"/>
            <a:chExt cx="4641308" cy="554157"/>
          </a:xfrm>
        </p:grpSpPr>
        <p:sp>
          <p:nvSpPr>
            <p:cNvPr id="17" name="Trapezoid 16">
              <a:extLst>
                <a:ext uri="{FF2B5EF4-FFF2-40B4-BE49-F238E27FC236}">
                  <a16:creationId xmlns:a16="http://schemas.microsoft.com/office/drawing/2014/main" id="{D17B74DF-1FAF-ED73-BAFE-353FE0C5045E}"/>
                </a:ext>
              </a:extLst>
            </p:cNvPr>
            <p:cNvSpPr/>
            <p:nvPr/>
          </p:nvSpPr>
          <p:spPr>
            <a:xfrm rot="10800000">
              <a:off x="4711036" y="14801"/>
              <a:ext cx="4641308" cy="554157"/>
            </a:xfrm>
            <a:prstGeom prst="trapezoid">
              <a:avLst>
                <a:gd name="adj" fmla="val 43334"/>
              </a:avLst>
            </a:prstGeom>
            <a:solidFill>
              <a:srgbClr val="20419B"/>
            </a:solidFill>
            <a:ln w="38100">
              <a:noFill/>
            </a:ln>
            <a:effectLst>
              <a:innerShdw blurRad="317500">
                <a:prstClr val="black">
                  <a:alpha val="90000"/>
                </a:prstClr>
              </a:innerShdw>
            </a:effectLst>
            <a:scene3d>
              <a:camera prst="orthographicFront"/>
              <a:lightRig rig="threePt" dir="t">
                <a:rot lat="0" lon="0" rev="7800000"/>
              </a:lightRig>
            </a:scene3d>
            <a:sp3d prstMaterial="dkEdge">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1">
                <a:gradFill flip="none" rotWithShape="1">
                  <a:gsLst>
                    <a:gs pos="0">
                      <a:srgbClr val="20419A"/>
                    </a:gs>
                    <a:gs pos="98000">
                      <a:srgbClr val="763F98"/>
                    </a:gs>
                    <a:gs pos="54000">
                      <a:srgbClr val="0BB1A9"/>
                    </a:gs>
                  </a:gsLst>
                  <a:lin ang="10800000" scaled="1"/>
                  <a:tileRect/>
                </a:gradFill>
                <a:latin typeface="Museo Sans 900" panose="02000000000000000000" pitchFamily="2" charset="77"/>
                <a:ea typeface="Calibri"/>
                <a:cs typeface="Calibri"/>
              </a:endParaRPr>
            </a:p>
          </p:txBody>
        </p:sp>
        <p:sp>
          <p:nvSpPr>
            <p:cNvPr id="20" name="TextBox 19">
              <a:extLst>
                <a:ext uri="{FF2B5EF4-FFF2-40B4-BE49-F238E27FC236}">
                  <a16:creationId xmlns:a16="http://schemas.microsoft.com/office/drawing/2014/main" id="{DA7B7786-5775-85FC-4FE6-DDDEE5E90115}"/>
                </a:ext>
              </a:extLst>
            </p:cNvPr>
            <p:cNvSpPr txBox="1"/>
            <p:nvPr/>
          </p:nvSpPr>
          <p:spPr>
            <a:xfrm>
              <a:off x="5337410" y="87738"/>
              <a:ext cx="3365409" cy="400110"/>
            </a:xfrm>
            <a:prstGeom prst="rect">
              <a:avLst/>
            </a:prstGeom>
            <a:noFill/>
          </p:spPr>
          <p:txBody>
            <a:bodyPr wrap="square">
              <a:spAutoFit/>
            </a:bodyPr>
            <a:lstStyle/>
            <a:p>
              <a:pPr algn="ctr"/>
              <a:r>
                <a:rPr lang="en-US" sz="2000" b="1" dirty="0">
                  <a:gradFill>
                    <a:gsLst>
                      <a:gs pos="0">
                        <a:schemeClr val="bg1"/>
                      </a:gs>
                      <a:gs pos="98000">
                        <a:srgbClr val="00B1A9"/>
                      </a:gs>
                    </a:gsLst>
                    <a:lin ang="5400000" scaled="1"/>
                  </a:gradFill>
                  <a:latin typeface="Museo Sans 900" panose="02000000000000000000" pitchFamily="50" charset="0"/>
                  <a:ea typeface="Verdana"/>
                  <a:cs typeface="Poppins" pitchFamily="2" charset="77"/>
                </a:rPr>
                <a:t>ENTITIES &amp; ATTRIBUTES</a:t>
              </a:r>
              <a:endParaRPr lang="en-GB" sz="2000" dirty="0">
                <a:gradFill>
                  <a:gsLst>
                    <a:gs pos="0">
                      <a:schemeClr val="bg1"/>
                    </a:gs>
                    <a:gs pos="98000">
                      <a:srgbClr val="00B1A9"/>
                    </a:gs>
                  </a:gsLst>
                  <a:lin ang="5400000" scaled="1"/>
                </a:gradFill>
              </a:endParaRPr>
            </a:p>
          </p:txBody>
        </p:sp>
      </p:grpSp>
      <p:graphicFrame>
        <p:nvGraphicFramePr>
          <p:cNvPr id="60" name="Table 59">
            <a:extLst>
              <a:ext uri="{FF2B5EF4-FFF2-40B4-BE49-F238E27FC236}">
                <a16:creationId xmlns:a16="http://schemas.microsoft.com/office/drawing/2014/main" id="{AF295F01-EEA7-BC6B-69E3-DE9A5F6C0449}"/>
              </a:ext>
            </a:extLst>
          </p:cNvPr>
          <p:cNvGraphicFramePr>
            <a:graphicFrameLocks noGrp="1"/>
          </p:cNvGraphicFramePr>
          <p:nvPr>
            <p:extLst>
              <p:ext uri="{D42A27DB-BD31-4B8C-83A1-F6EECF244321}">
                <p14:modId xmlns:p14="http://schemas.microsoft.com/office/powerpoint/2010/main" val="1583912430"/>
              </p:ext>
            </p:extLst>
          </p:nvPr>
        </p:nvGraphicFramePr>
        <p:xfrm>
          <a:off x="310624" y="632971"/>
          <a:ext cx="5754560" cy="4220162"/>
        </p:xfrm>
        <a:graphic>
          <a:graphicData uri="http://schemas.openxmlformats.org/drawingml/2006/table">
            <a:tbl>
              <a:tblPr firstRow="1" bandRow="1">
                <a:tableStyleId>{5C22544A-7EE6-4342-B048-85BDC9FD1C3A}</a:tableStyleId>
              </a:tblPr>
              <a:tblGrid>
                <a:gridCol w="936000">
                  <a:extLst>
                    <a:ext uri="{9D8B030D-6E8A-4147-A177-3AD203B41FA5}">
                      <a16:colId xmlns:a16="http://schemas.microsoft.com/office/drawing/2014/main" val="2865788129"/>
                    </a:ext>
                  </a:extLst>
                </a:gridCol>
                <a:gridCol w="1686560">
                  <a:extLst>
                    <a:ext uri="{9D8B030D-6E8A-4147-A177-3AD203B41FA5}">
                      <a16:colId xmlns:a16="http://schemas.microsoft.com/office/drawing/2014/main" val="110566546"/>
                    </a:ext>
                  </a:extLst>
                </a:gridCol>
                <a:gridCol w="3132000">
                  <a:extLst>
                    <a:ext uri="{9D8B030D-6E8A-4147-A177-3AD203B41FA5}">
                      <a16:colId xmlns:a16="http://schemas.microsoft.com/office/drawing/2014/main" val="708210588"/>
                    </a:ext>
                  </a:extLst>
                </a:gridCol>
              </a:tblGrid>
              <a:tr h="432051">
                <a:tc gridSpan="3">
                  <a:txBody>
                    <a:bodyPr/>
                    <a:lstStyle/>
                    <a:p>
                      <a:pPr marL="0" algn="ctr" defTabSz="914400" rtl="0" eaLnBrk="1" latinLnBrk="0" hangingPunct="1"/>
                      <a:r>
                        <a:rPr lang="en-GB" sz="1600" b="0" i="0" kern="1200" dirty="0">
                          <a:solidFill>
                            <a:schemeClr val="bg1"/>
                          </a:solidFill>
                          <a:latin typeface="Museo Sans 900" panose="02000000000000000000" pitchFamily="50" charset="0"/>
                          <a:ea typeface="+mn-ea"/>
                          <a:cs typeface="Arial" panose="020B0604020202020204" pitchFamily="34" charset="0"/>
                        </a:rPr>
                        <a:t>WELLS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algn="ctr"/>
                      <a:endParaRPr lang="en-GB" sz="1600" b="0" i="0" kern="1200">
                        <a:solidFill>
                          <a:schemeClr val="bg1"/>
                        </a:solidFill>
                        <a:latin typeface="Museo Sans 900" panose="02000000000000000000" pitchFamily="50"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marL="0" algn="ctr" defTabSz="914400" rtl="0" eaLnBrk="1" latinLnBrk="0" hangingPunct="1"/>
                      <a:endParaRPr lang="en-GB" sz="1600" b="0" i="0" kern="1200" dirty="0">
                        <a:solidFill>
                          <a:schemeClr val="bg1"/>
                        </a:solidFill>
                        <a:latin typeface="Museo Sans 9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2543555895"/>
                  </a:ext>
                </a:extLst>
              </a:tr>
              <a:tr h="332111">
                <a:tc>
                  <a:txBody>
                    <a:bodyPr/>
                    <a:lstStyle/>
                    <a:p>
                      <a:pPr algn="ctr"/>
                      <a:r>
                        <a:rPr lang="en-GB" sz="1400" b="0" i="0" kern="1200" dirty="0">
                          <a:solidFill>
                            <a:schemeClr val="bg1"/>
                          </a:solidFill>
                          <a:latin typeface="Museo Sans 900" panose="02000000000000000000" pitchFamily="50" charset="0"/>
                          <a:ea typeface="+mn-ea"/>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3288920260"/>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WellId</a:t>
                      </a:r>
                      <a:r>
                        <a:rPr lang="en-GB" sz="1400" kern="1200" dirty="0">
                          <a:solidFill>
                            <a:srgbClr val="002060"/>
                          </a:solidFill>
                          <a:latin typeface="Museo Sans 300" panose="02000000000000000000" pitchFamily="50" charset="0"/>
                          <a:ea typeface="+mn-ea"/>
                          <a:cs typeface="Arial" panose="020B0604020202020204" pitchFamily="34" charset="0"/>
                        </a:rPr>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Unique identifier for Wells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02193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FieldId</a:t>
                      </a:r>
                      <a:r>
                        <a:rPr lang="en-GB" sz="1400" kern="1200" dirty="0">
                          <a:solidFill>
                            <a:srgbClr val="002060"/>
                          </a:solidFill>
                          <a:latin typeface="Museo Sans 300" panose="02000000000000000000" pitchFamily="50" charset="0"/>
                          <a:ea typeface="+mn-ea"/>
                          <a:cs typeface="Arial" panose="020B0604020202020204" pitchFamily="34" charset="0"/>
                        </a:rPr>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Reference key to Fields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4404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WellName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Name of well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281882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WellType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Type of well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5924959"/>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WaterDepth</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Water depth in m/ft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2511406"/>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datetime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SpudDate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Date of Spud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9872077"/>
                  </a:ext>
                </a:extLst>
              </a:tr>
              <a:tr h="432000">
                <a:tc>
                  <a:txBody>
                    <a:bodyPr/>
                    <a:lstStyle/>
                    <a:p>
                      <a:pPr algn="ctr"/>
                      <a:r>
                        <a:rPr kumimoji="0" lang="en-GB" sz="1400" b="0" i="0" u="none" strike="noStrike" kern="1200" cap="none" spc="0" normalizeH="0" baseline="0" noProof="0">
                          <a:ln>
                            <a:noFill/>
                          </a:ln>
                          <a:solidFill>
                            <a:srgbClr val="002060"/>
                          </a:solidFill>
                          <a:effectLst/>
                          <a:uLnTx/>
                          <a:uFillTx/>
                          <a:latin typeface="Museo Sans 300" panose="02000000000000000000" pitchFamily="50" charset="0"/>
                          <a:ea typeface="+mn-ea"/>
                          <a:cs typeface="Arial" panose="020B0604020202020204" pitchFamily="34" charset="0"/>
                        </a:rPr>
                        <a:t>datetime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WellStartDateTime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Date &amp; Time Start of Well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546011"/>
                  </a:ext>
                </a:extLst>
              </a:tr>
              <a:tr h="432000">
                <a:tc>
                  <a:txBody>
                    <a:bodyPr/>
                    <a:lstStyle/>
                    <a:p>
                      <a:pPr algn="ctr"/>
                      <a:r>
                        <a:rPr kumimoji="0" lang="en-GB" sz="1400" b="0" i="0" u="none" strike="noStrike" kern="1200" cap="none" spc="0" normalizeH="0" baseline="0" noProof="0" dirty="0">
                          <a:ln>
                            <a:noFill/>
                          </a:ln>
                          <a:solidFill>
                            <a:srgbClr val="002060"/>
                          </a:solidFill>
                          <a:effectLst/>
                          <a:uLnTx/>
                          <a:uFillTx/>
                          <a:latin typeface="Museo Sans 300" panose="02000000000000000000" pitchFamily="50" charset="0"/>
                          <a:ea typeface="+mn-ea"/>
                          <a:cs typeface="Arial" panose="020B0604020202020204" pitchFamily="34" charset="0"/>
                        </a:rPr>
                        <a:t>datetime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WellEndDateTime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Date &amp; Time End of Well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9056159"/>
                  </a:ext>
                </a:extLst>
              </a:tr>
            </a:tbl>
          </a:graphicData>
        </a:graphic>
      </p:graphicFrame>
      <p:graphicFrame>
        <p:nvGraphicFramePr>
          <p:cNvPr id="2" name="Table 1">
            <a:extLst>
              <a:ext uri="{FF2B5EF4-FFF2-40B4-BE49-F238E27FC236}">
                <a16:creationId xmlns:a16="http://schemas.microsoft.com/office/drawing/2014/main" id="{147CCF13-E474-47D3-F4C7-64CCAB3BAA21}"/>
              </a:ext>
            </a:extLst>
          </p:cNvPr>
          <p:cNvGraphicFramePr>
            <a:graphicFrameLocks noGrp="1"/>
          </p:cNvGraphicFramePr>
          <p:nvPr>
            <p:extLst>
              <p:ext uri="{D42A27DB-BD31-4B8C-83A1-F6EECF244321}">
                <p14:modId xmlns:p14="http://schemas.microsoft.com/office/powerpoint/2010/main" val="376114364"/>
              </p:ext>
            </p:extLst>
          </p:nvPr>
        </p:nvGraphicFramePr>
        <p:xfrm>
          <a:off x="6144082" y="632971"/>
          <a:ext cx="5767694" cy="3788162"/>
        </p:xfrm>
        <a:graphic>
          <a:graphicData uri="http://schemas.openxmlformats.org/drawingml/2006/table">
            <a:tbl>
              <a:tblPr firstRow="1" bandRow="1">
                <a:tableStyleId>{5C22544A-7EE6-4342-B048-85BDC9FD1C3A}</a:tableStyleId>
              </a:tblPr>
              <a:tblGrid>
                <a:gridCol w="949134">
                  <a:extLst>
                    <a:ext uri="{9D8B030D-6E8A-4147-A177-3AD203B41FA5}">
                      <a16:colId xmlns:a16="http://schemas.microsoft.com/office/drawing/2014/main" val="2865788129"/>
                    </a:ext>
                  </a:extLst>
                </a:gridCol>
                <a:gridCol w="1686560">
                  <a:extLst>
                    <a:ext uri="{9D8B030D-6E8A-4147-A177-3AD203B41FA5}">
                      <a16:colId xmlns:a16="http://schemas.microsoft.com/office/drawing/2014/main" val="110566546"/>
                    </a:ext>
                  </a:extLst>
                </a:gridCol>
                <a:gridCol w="3132000">
                  <a:extLst>
                    <a:ext uri="{9D8B030D-6E8A-4147-A177-3AD203B41FA5}">
                      <a16:colId xmlns:a16="http://schemas.microsoft.com/office/drawing/2014/main" val="708210588"/>
                    </a:ext>
                  </a:extLst>
                </a:gridCol>
              </a:tblGrid>
              <a:tr h="432051">
                <a:tc gridSpan="3">
                  <a:txBody>
                    <a:bodyPr/>
                    <a:lstStyle/>
                    <a:p>
                      <a:pPr marL="0" algn="ctr" defTabSz="914400" rtl="0" eaLnBrk="1" latinLnBrk="0" hangingPunct="1"/>
                      <a:r>
                        <a:rPr lang="en-GB" sz="1600" b="0" i="0" kern="1200" dirty="0">
                          <a:solidFill>
                            <a:schemeClr val="bg1"/>
                          </a:solidFill>
                          <a:latin typeface="Museo Sans 900" panose="02000000000000000000" pitchFamily="50" charset="0"/>
                          <a:ea typeface="+mn-ea"/>
                          <a:cs typeface="Arial" panose="020B0604020202020204" pitchFamily="34" charset="0"/>
                        </a:rPr>
                        <a:t>REPORTS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algn="ctr"/>
                      <a:endParaRPr lang="en-GB" sz="1600" b="0" i="0" kern="1200">
                        <a:solidFill>
                          <a:schemeClr val="bg1"/>
                        </a:solidFill>
                        <a:latin typeface="Museo Sans 900" panose="02000000000000000000" pitchFamily="50"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marL="0" algn="ctr" defTabSz="914400" rtl="0" eaLnBrk="1" latinLnBrk="0" hangingPunct="1"/>
                      <a:endParaRPr lang="en-GB" sz="1600" b="0" i="0" kern="1200" dirty="0">
                        <a:solidFill>
                          <a:schemeClr val="bg1"/>
                        </a:solidFill>
                        <a:latin typeface="Museo Sans 9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2543555895"/>
                  </a:ext>
                </a:extLst>
              </a:tr>
              <a:tr h="332111">
                <a:tc>
                  <a:txBody>
                    <a:bodyPr/>
                    <a:lstStyle/>
                    <a:p>
                      <a:pPr algn="ctr"/>
                      <a:r>
                        <a:rPr lang="en-GB" sz="1400" b="0" i="0" kern="1200" dirty="0">
                          <a:solidFill>
                            <a:schemeClr val="bg1"/>
                          </a:solidFill>
                          <a:latin typeface="Museo Sans 900" panose="02000000000000000000" pitchFamily="50" charset="0"/>
                          <a:ea typeface="+mn-ea"/>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3288920260"/>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ReportId</a:t>
                      </a:r>
                      <a:r>
                        <a:rPr lang="en-GB" sz="1400" kern="1200" dirty="0">
                          <a:solidFill>
                            <a:srgbClr val="002060"/>
                          </a:solidFill>
                          <a:latin typeface="Museo Sans 300" panose="02000000000000000000" pitchFamily="50" charset="0"/>
                          <a:ea typeface="+mn-ea"/>
                          <a:cs typeface="Arial" panose="020B0604020202020204" pitchFamily="34" charset="0"/>
                        </a:rPr>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Unique identifier for Reports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02193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WellId</a:t>
                      </a:r>
                      <a:r>
                        <a:rPr lang="en-GB" sz="1400" kern="1200" dirty="0">
                          <a:solidFill>
                            <a:srgbClr val="002060"/>
                          </a:solidFill>
                          <a:latin typeface="Museo Sans 300" panose="02000000000000000000" pitchFamily="50" charset="0"/>
                          <a:ea typeface="+mn-ea"/>
                          <a:cs typeface="Arial" panose="020B0604020202020204" pitchFamily="34" charset="0"/>
                        </a:rPr>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Reference key to Wells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44045"/>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ReportType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Type of 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5924959"/>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DocumentName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Name of Document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2511406"/>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datetime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DocumentDate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Date of Document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9872077"/>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datetime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SubmittedAt</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Date of document being submitted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546011"/>
                  </a:ext>
                </a:extLst>
              </a:tr>
              <a:tr h="432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varchar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SubmittedBy</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User who submitted the document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9056159"/>
                  </a:ext>
                </a:extLst>
              </a:tr>
            </a:tbl>
          </a:graphicData>
        </a:graphic>
      </p:graphicFrame>
    </p:spTree>
    <p:extLst>
      <p:ext uri="{BB962C8B-B14F-4D97-AF65-F5344CB8AC3E}">
        <p14:creationId xmlns:p14="http://schemas.microsoft.com/office/powerpoint/2010/main" val="26325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77A92-F8C8-44A3-9356-534066F1A0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E5DFC6-47CD-4957-8BF2-FAB0ABE886CA}"/>
              </a:ext>
            </a:extLst>
          </p:cNvPr>
          <p:cNvSpPr>
            <a:spLocks noGrp="1" noRot="1" noMove="1" noResize="1" noEditPoints="1" noAdjustHandles="1" noChangeArrowheads="1" noChangeShapeType="1"/>
          </p:cNvSpPr>
          <p:nvPr/>
        </p:nvSpPr>
        <p:spPr>
          <a:xfrm>
            <a:off x="0" y="0"/>
            <a:ext cx="12192000" cy="6858000"/>
          </a:xfrm>
          <a:prstGeom prst="rect">
            <a:avLst/>
          </a:prstGeom>
          <a:gradFill>
            <a:gsLst>
              <a:gs pos="46000">
                <a:srgbClr val="20419B"/>
              </a:gs>
              <a:gs pos="100000">
                <a:srgbClr val="00B1A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B49EE7E0-5AB8-D644-5DE4-92636E6659DF}"/>
              </a:ext>
            </a:extLst>
          </p:cNvPr>
          <p:cNvSpPr>
            <a:spLocks noGrp="1" noRot="1" noMove="1" noResize="1" noEditPoints="1" noAdjustHandles="1" noChangeArrowheads="1" noChangeShapeType="1"/>
          </p:cNvSpPr>
          <p:nvPr/>
        </p:nvSpPr>
        <p:spPr>
          <a:xfrm>
            <a:off x="184485" y="160092"/>
            <a:ext cx="11831320" cy="6552620"/>
          </a:xfrm>
          <a:prstGeom prst="roundRect">
            <a:avLst>
              <a:gd name="adj" fmla="val 2736"/>
            </a:avLst>
          </a:prstGeom>
          <a:solidFill>
            <a:schemeClr val="bg1"/>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FF97AEC3-F65D-BFA7-D4A8-DE644489C448}"/>
              </a:ext>
            </a:extLst>
          </p:cNvPr>
          <p:cNvGrpSpPr/>
          <p:nvPr/>
        </p:nvGrpSpPr>
        <p:grpSpPr>
          <a:xfrm>
            <a:off x="3773485" y="3229"/>
            <a:ext cx="4641308" cy="554157"/>
            <a:chOff x="4711036" y="14801"/>
            <a:chExt cx="4641308" cy="554157"/>
          </a:xfrm>
        </p:grpSpPr>
        <p:sp>
          <p:nvSpPr>
            <p:cNvPr id="17" name="Trapezoid 16">
              <a:extLst>
                <a:ext uri="{FF2B5EF4-FFF2-40B4-BE49-F238E27FC236}">
                  <a16:creationId xmlns:a16="http://schemas.microsoft.com/office/drawing/2014/main" id="{FF7F104E-848C-489B-FCA2-FADCD917948C}"/>
                </a:ext>
              </a:extLst>
            </p:cNvPr>
            <p:cNvSpPr/>
            <p:nvPr/>
          </p:nvSpPr>
          <p:spPr>
            <a:xfrm rot="10800000">
              <a:off x="4711036" y="14801"/>
              <a:ext cx="4641308" cy="554157"/>
            </a:xfrm>
            <a:prstGeom prst="trapezoid">
              <a:avLst>
                <a:gd name="adj" fmla="val 43334"/>
              </a:avLst>
            </a:prstGeom>
            <a:solidFill>
              <a:srgbClr val="20419B"/>
            </a:solidFill>
            <a:ln w="38100">
              <a:noFill/>
            </a:ln>
            <a:effectLst>
              <a:innerShdw blurRad="317500">
                <a:prstClr val="black">
                  <a:alpha val="90000"/>
                </a:prstClr>
              </a:innerShdw>
            </a:effectLst>
            <a:scene3d>
              <a:camera prst="orthographicFront"/>
              <a:lightRig rig="threePt" dir="t">
                <a:rot lat="0" lon="0" rev="7800000"/>
              </a:lightRig>
            </a:scene3d>
            <a:sp3d prstMaterial="dkEdge">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1">
                <a:gradFill flip="none" rotWithShape="1">
                  <a:gsLst>
                    <a:gs pos="0">
                      <a:srgbClr val="20419A"/>
                    </a:gs>
                    <a:gs pos="98000">
                      <a:srgbClr val="763F98"/>
                    </a:gs>
                    <a:gs pos="54000">
                      <a:srgbClr val="0BB1A9"/>
                    </a:gs>
                  </a:gsLst>
                  <a:lin ang="10800000" scaled="1"/>
                  <a:tileRect/>
                </a:gradFill>
                <a:latin typeface="Museo Sans 900" panose="02000000000000000000" pitchFamily="2" charset="77"/>
                <a:ea typeface="Calibri"/>
                <a:cs typeface="Calibri"/>
              </a:endParaRPr>
            </a:p>
          </p:txBody>
        </p:sp>
        <p:sp>
          <p:nvSpPr>
            <p:cNvPr id="20" name="TextBox 19">
              <a:extLst>
                <a:ext uri="{FF2B5EF4-FFF2-40B4-BE49-F238E27FC236}">
                  <a16:creationId xmlns:a16="http://schemas.microsoft.com/office/drawing/2014/main" id="{83D33737-1A54-AC0D-F084-2D58B055310B}"/>
                </a:ext>
              </a:extLst>
            </p:cNvPr>
            <p:cNvSpPr txBox="1"/>
            <p:nvPr/>
          </p:nvSpPr>
          <p:spPr>
            <a:xfrm>
              <a:off x="5337410" y="87738"/>
              <a:ext cx="3365409" cy="400110"/>
            </a:xfrm>
            <a:prstGeom prst="rect">
              <a:avLst/>
            </a:prstGeom>
            <a:noFill/>
          </p:spPr>
          <p:txBody>
            <a:bodyPr wrap="square">
              <a:spAutoFit/>
            </a:bodyPr>
            <a:lstStyle/>
            <a:p>
              <a:pPr algn="ctr"/>
              <a:r>
                <a:rPr lang="en-US" sz="2000" b="1" dirty="0">
                  <a:gradFill>
                    <a:gsLst>
                      <a:gs pos="0">
                        <a:schemeClr val="bg1"/>
                      </a:gs>
                      <a:gs pos="98000">
                        <a:srgbClr val="00B1A9"/>
                      </a:gs>
                    </a:gsLst>
                    <a:lin ang="5400000" scaled="1"/>
                  </a:gradFill>
                  <a:latin typeface="Museo Sans 900" panose="02000000000000000000" pitchFamily="50" charset="0"/>
                  <a:ea typeface="Verdana"/>
                  <a:cs typeface="Poppins" pitchFamily="2" charset="77"/>
                </a:rPr>
                <a:t>ENTITIES &amp; ATTRIBUTES</a:t>
              </a:r>
              <a:endParaRPr lang="en-GB" sz="2000" dirty="0">
                <a:gradFill>
                  <a:gsLst>
                    <a:gs pos="0">
                      <a:schemeClr val="bg1"/>
                    </a:gs>
                    <a:gs pos="98000">
                      <a:srgbClr val="00B1A9"/>
                    </a:gs>
                  </a:gsLst>
                  <a:lin ang="5400000" scaled="1"/>
                </a:gradFill>
              </a:endParaRPr>
            </a:p>
          </p:txBody>
        </p:sp>
      </p:grpSp>
      <p:graphicFrame>
        <p:nvGraphicFramePr>
          <p:cNvPr id="60" name="Table 59">
            <a:extLst>
              <a:ext uri="{FF2B5EF4-FFF2-40B4-BE49-F238E27FC236}">
                <a16:creationId xmlns:a16="http://schemas.microsoft.com/office/drawing/2014/main" id="{9C11066C-4D76-F013-3DA8-826265F99133}"/>
              </a:ext>
            </a:extLst>
          </p:cNvPr>
          <p:cNvGraphicFramePr>
            <a:graphicFrameLocks noGrp="1"/>
          </p:cNvGraphicFramePr>
          <p:nvPr>
            <p:extLst>
              <p:ext uri="{D42A27DB-BD31-4B8C-83A1-F6EECF244321}">
                <p14:modId xmlns:p14="http://schemas.microsoft.com/office/powerpoint/2010/main" val="3644265338"/>
              </p:ext>
            </p:extLst>
          </p:nvPr>
        </p:nvGraphicFramePr>
        <p:xfrm>
          <a:off x="310624" y="632971"/>
          <a:ext cx="8203456" cy="5760000"/>
        </p:xfrm>
        <a:graphic>
          <a:graphicData uri="http://schemas.openxmlformats.org/drawingml/2006/table">
            <a:tbl>
              <a:tblPr firstRow="1" bandRow="1">
                <a:tableStyleId>{5C22544A-7EE6-4342-B048-85BDC9FD1C3A}</a:tableStyleId>
              </a:tblPr>
              <a:tblGrid>
                <a:gridCol w="1202372">
                  <a:extLst>
                    <a:ext uri="{9D8B030D-6E8A-4147-A177-3AD203B41FA5}">
                      <a16:colId xmlns:a16="http://schemas.microsoft.com/office/drawing/2014/main" val="2865788129"/>
                    </a:ext>
                  </a:extLst>
                </a:gridCol>
                <a:gridCol w="2977759">
                  <a:extLst>
                    <a:ext uri="{9D8B030D-6E8A-4147-A177-3AD203B41FA5}">
                      <a16:colId xmlns:a16="http://schemas.microsoft.com/office/drawing/2014/main" val="110566546"/>
                    </a:ext>
                  </a:extLst>
                </a:gridCol>
                <a:gridCol w="4023325">
                  <a:extLst>
                    <a:ext uri="{9D8B030D-6E8A-4147-A177-3AD203B41FA5}">
                      <a16:colId xmlns:a16="http://schemas.microsoft.com/office/drawing/2014/main" val="708210588"/>
                    </a:ext>
                  </a:extLst>
                </a:gridCol>
              </a:tblGrid>
              <a:tr h="360000">
                <a:tc gridSpan="3">
                  <a:txBody>
                    <a:bodyPr/>
                    <a:lstStyle/>
                    <a:p>
                      <a:pPr marL="0" algn="ctr" defTabSz="914400" rtl="0" eaLnBrk="1" latinLnBrk="0" hangingPunct="1"/>
                      <a:r>
                        <a:rPr lang="en-GB" sz="1400" b="0" i="0" kern="1200" dirty="0">
                          <a:solidFill>
                            <a:schemeClr val="bg1"/>
                          </a:solidFill>
                          <a:latin typeface="Museo Sans 900" panose="02000000000000000000" pitchFamily="50" charset="0"/>
                          <a:ea typeface="+mn-ea"/>
                          <a:cs typeface="Arial" panose="020B0604020202020204" pitchFamily="34" charset="0"/>
                        </a:rPr>
                        <a:t>DRILLING_OPERATIONS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algn="ctr"/>
                      <a:endParaRPr lang="en-GB" sz="1600" b="0" i="0" kern="1200">
                        <a:solidFill>
                          <a:schemeClr val="bg1"/>
                        </a:solidFill>
                        <a:latin typeface="Museo Sans 900" panose="02000000000000000000" pitchFamily="50"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hMerge="1">
                  <a:txBody>
                    <a:bodyPr/>
                    <a:lstStyle/>
                    <a:p>
                      <a:pPr marL="0" algn="ctr" defTabSz="914400" rtl="0" eaLnBrk="1" latinLnBrk="0" hangingPunct="1"/>
                      <a:endParaRPr lang="en-GB" sz="1600" b="0" i="0" kern="1200" dirty="0">
                        <a:solidFill>
                          <a:schemeClr val="bg1"/>
                        </a:solidFill>
                        <a:latin typeface="Museo Sans 9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2543555895"/>
                  </a:ext>
                </a:extLst>
              </a:tr>
              <a:tr h="360000">
                <a:tc>
                  <a:txBody>
                    <a:bodyPr/>
                    <a:lstStyle/>
                    <a:p>
                      <a:pPr algn="ctr"/>
                      <a:r>
                        <a:rPr lang="en-GB" sz="1400" b="0" i="0" kern="1200" dirty="0">
                          <a:solidFill>
                            <a:schemeClr val="bg1"/>
                          </a:solidFill>
                          <a:latin typeface="Museo Sans 900" panose="02000000000000000000" pitchFamily="50" charset="0"/>
                          <a:ea typeface="+mn-ea"/>
                          <a:cs typeface="Arial" panose="020B0604020202020204" pitchFamily="34"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tc>
                  <a:txBody>
                    <a:bodyPr/>
                    <a:lstStyle/>
                    <a:p>
                      <a:pPr marL="0" indent="0">
                        <a:buFont typeface="Courier New" panose="02070309020205020404" pitchFamily="49" charset="0"/>
                        <a:buNone/>
                      </a:pPr>
                      <a:r>
                        <a:rPr lang="en-GB" sz="1400" b="0" i="0" kern="1200" dirty="0">
                          <a:solidFill>
                            <a:schemeClr val="bg1"/>
                          </a:solidFill>
                          <a:latin typeface="Museo Sans 900" panose="02000000000000000000" pitchFamily="50" charset="0"/>
                          <a:ea typeface="+mn-ea"/>
                          <a:cs typeface="Arial" panose="020B0604020202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3288920260"/>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DrillingId</a:t>
                      </a:r>
                      <a:r>
                        <a:rPr lang="en-GB" sz="1400" kern="1200" dirty="0">
                          <a:solidFill>
                            <a:srgbClr val="002060"/>
                          </a:solidFill>
                          <a:latin typeface="Museo Sans 300" panose="02000000000000000000" pitchFamily="50" charset="0"/>
                          <a:ea typeface="+mn-ea"/>
                          <a:cs typeface="Arial" panose="020B0604020202020204" pitchFamily="34" charset="0"/>
                        </a:rPr>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Unique identifier for </a:t>
                      </a:r>
                      <a:r>
                        <a:rPr lang="en-GB" sz="1400" kern="1200" dirty="0" err="1">
                          <a:solidFill>
                            <a:srgbClr val="002060"/>
                          </a:solidFill>
                          <a:latin typeface="Museo Sans 300" panose="02000000000000000000" pitchFamily="50" charset="0"/>
                          <a:ea typeface="+mn-ea"/>
                          <a:cs typeface="Arial" panose="020B0604020202020204" pitchFamily="34" charset="0"/>
                        </a:rPr>
                        <a:t>Drilling_Operations</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021935"/>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WellId</a:t>
                      </a:r>
                      <a:r>
                        <a:rPr lang="en-GB" sz="1400" kern="1200" dirty="0">
                          <a:solidFill>
                            <a:srgbClr val="002060"/>
                          </a:solidFill>
                          <a:latin typeface="Museo Sans 300" panose="02000000000000000000" pitchFamily="50" charset="0"/>
                          <a:ea typeface="+mn-ea"/>
                          <a:cs typeface="Arial" panose="020B0604020202020204" pitchFamily="34" charset="0"/>
                        </a:rPr>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Reference key to Wells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44045"/>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RigId</a:t>
                      </a:r>
                      <a:r>
                        <a:rPr lang="en-GB" sz="1400" kern="1200" dirty="0">
                          <a:solidFill>
                            <a:srgbClr val="002060"/>
                          </a:solidFill>
                          <a:latin typeface="Museo Sans 300" panose="02000000000000000000" pitchFamily="50" charset="0"/>
                          <a:ea typeface="+mn-ea"/>
                          <a:cs typeface="Arial" panose="020B0604020202020204" pitchFamily="34" charset="0"/>
                        </a:rPr>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Reference key to Rigs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2818825"/>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Year of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0908468"/>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AfeCost</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Plan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5924959"/>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AfeDays</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Plan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2511406"/>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FinalCost</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Actual Final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9872077"/>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FinalDays</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Actual Final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546011"/>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WellNPTPercentageWOW</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NPT Percentage with Wait on Weather (WOW)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9056159"/>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WellNPTPercentage</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Overall NPT 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9420046"/>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CompletionCostPlan</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Plan Completion Cost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319928"/>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CompletionCostActual</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Actual Completion Cost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8484304"/>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DrillingplanWCPF</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Courier New" panose="02070309020205020404" pitchFamily="49" charset="0"/>
                        <a:buNone/>
                      </a:pPr>
                      <a:r>
                        <a:rPr lang="en-GB" sz="1400" kern="1200" dirty="0">
                          <a:solidFill>
                            <a:srgbClr val="002060"/>
                          </a:solidFill>
                          <a:latin typeface="Museo Sans 300" panose="02000000000000000000" pitchFamily="50" charset="0"/>
                          <a:ea typeface="+mn-ea"/>
                          <a:cs typeface="Arial" panose="020B0604020202020204" pitchFamily="34" charset="0"/>
                        </a:rPr>
                        <a:t>Plan Well Cost per Foot (WCPF)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1759180"/>
                  </a:ext>
                </a:extLst>
              </a:tr>
              <a:tr h="360000">
                <a:tc>
                  <a:txBody>
                    <a:bodyPr/>
                    <a:lstStyle/>
                    <a:p>
                      <a:pPr algn="ctr"/>
                      <a:r>
                        <a:rPr lang="en-GB" sz="1400" kern="1200" dirty="0">
                          <a:solidFill>
                            <a:srgbClr val="002060"/>
                          </a:solidFill>
                          <a:latin typeface="Museo Sans 300" panose="02000000000000000000" pitchFamily="50" charset="0"/>
                          <a:ea typeface="+mn-ea"/>
                          <a:cs typeface="Arial" panose="020B0604020202020204" pitchFamily="34" charset="0"/>
                        </a:rPr>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marL="0" indent="0">
                        <a:buFont typeface="Courier New" panose="02070309020205020404" pitchFamily="49" charset="0"/>
                        <a:buNone/>
                      </a:pPr>
                      <a:r>
                        <a:rPr lang="en-GB" sz="1400" kern="1200" dirty="0" err="1">
                          <a:solidFill>
                            <a:srgbClr val="002060"/>
                          </a:solidFill>
                          <a:latin typeface="Museo Sans 300" panose="02000000000000000000" pitchFamily="50" charset="0"/>
                          <a:ea typeface="+mn-ea"/>
                          <a:cs typeface="Arial" panose="020B0604020202020204" pitchFamily="34" charset="0"/>
                        </a:rPr>
                        <a:t>DrillingActualWCPF</a:t>
                      </a:r>
                      <a:endParaRPr lang="en-GB" sz="1400" kern="1200" dirty="0">
                        <a:solidFill>
                          <a:srgbClr val="002060"/>
                        </a:solidFill>
                        <a:latin typeface="Museo Sans 300" panose="02000000000000000000" pitchFamily="50"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400" kern="1200" dirty="0">
                          <a:solidFill>
                            <a:srgbClr val="002060"/>
                          </a:solidFill>
                          <a:latin typeface="Museo Sans 300" panose="02000000000000000000" pitchFamily="50" charset="0"/>
                          <a:ea typeface="+mn-ea"/>
                          <a:cs typeface="Arial" panose="020B0604020202020204" pitchFamily="34" charset="0"/>
                        </a:rPr>
                        <a:t>Actual Well Cost per Foot (WCPF)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331919"/>
                  </a:ext>
                </a:extLst>
              </a:tr>
            </a:tbl>
          </a:graphicData>
        </a:graphic>
      </p:graphicFrame>
    </p:spTree>
    <p:extLst>
      <p:ext uri="{BB962C8B-B14F-4D97-AF65-F5344CB8AC3E}">
        <p14:creationId xmlns:p14="http://schemas.microsoft.com/office/powerpoint/2010/main" val="327751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9324B-2EE5-5179-B76C-D51B4A8E11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FA1BA9-8044-A067-CE79-D100881013CC}"/>
              </a:ext>
            </a:extLst>
          </p:cNvPr>
          <p:cNvSpPr>
            <a:spLocks noGrp="1" noRot="1" noMove="1" noResize="1" noEditPoints="1" noAdjustHandles="1" noChangeArrowheads="1" noChangeShapeType="1"/>
          </p:cNvSpPr>
          <p:nvPr/>
        </p:nvSpPr>
        <p:spPr>
          <a:xfrm>
            <a:off x="0" y="0"/>
            <a:ext cx="12192000" cy="6858000"/>
          </a:xfrm>
          <a:prstGeom prst="rect">
            <a:avLst/>
          </a:prstGeom>
          <a:gradFill>
            <a:gsLst>
              <a:gs pos="46000">
                <a:srgbClr val="20419B"/>
              </a:gs>
              <a:gs pos="100000">
                <a:srgbClr val="00B1A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F427A233-FE53-19D1-9626-6595A1C33779}"/>
              </a:ext>
            </a:extLst>
          </p:cNvPr>
          <p:cNvSpPr>
            <a:spLocks noGrp="1" noRot="1" noMove="1" noResize="1" noEditPoints="1" noAdjustHandles="1" noChangeArrowheads="1" noChangeShapeType="1"/>
          </p:cNvSpPr>
          <p:nvPr/>
        </p:nvSpPr>
        <p:spPr>
          <a:xfrm>
            <a:off x="184485" y="160092"/>
            <a:ext cx="11831320" cy="6552620"/>
          </a:xfrm>
          <a:prstGeom prst="roundRect">
            <a:avLst>
              <a:gd name="adj" fmla="val 2736"/>
            </a:avLst>
          </a:prstGeom>
          <a:solidFill>
            <a:schemeClr val="bg1"/>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D0226C3D-B34A-39FE-729B-049CE5C2F00A}"/>
              </a:ext>
            </a:extLst>
          </p:cNvPr>
          <p:cNvGrpSpPr/>
          <p:nvPr/>
        </p:nvGrpSpPr>
        <p:grpSpPr>
          <a:xfrm>
            <a:off x="3773485" y="3229"/>
            <a:ext cx="4641308" cy="554157"/>
            <a:chOff x="4711036" y="14801"/>
            <a:chExt cx="4641308" cy="554157"/>
          </a:xfrm>
        </p:grpSpPr>
        <p:sp>
          <p:nvSpPr>
            <p:cNvPr id="17" name="Trapezoid 16">
              <a:extLst>
                <a:ext uri="{FF2B5EF4-FFF2-40B4-BE49-F238E27FC236}">
                  <a16:creationId xmlns:a16="http://schemas.microsoft.com/office/drawing/2014/main" id="{2278351C-4551-76BF-49B2-4ECE2439655D}"/>
                </a:ext>
              </a:extLst>
            </p:cNvPr>
            <p:cNvSpPr/>
            <p:nvPr/>
          </p:nvSpPr>
          <p:spPr>
            <a:xfrm rot="10800000">
              <a:off x="4711036" y="14801"/>
              <a:ext cx="4641308" cy="554157"/>
            </a:xfrm>
            <a:prstGeom prst="trapezoid">
              <a:avLst>
                <a:gd name="adj" fmla="val 43334"/>
              </a:avLst>
            </a:prstGeom>
            <a:solidFill>
              <a:srgbClr val="20419B"/>
            </a:solidFill>
            <a:ln w="38100">
              <a:noFill/>
            </a:ln>
            <a:effectLst>
              <a:innerShdw blurRad="317500">
                <a:prstClr val="black">
                  <a:alpha val="90000"/>
                </a:prstClr>
              </a:innerShdw>
            </a:effectLst>
            <a:scene3d>
              <a:camera prst="orthographicFront"/>
              <a:lightRig rig="threePt" dir="t">
                <a:rot lat="0" lon="0" rev="7800000"/>
              </a:lightRig>
            </a:scene3d>
            <a:sp3d prstMaterial="dkEdge">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1">
                <a:gradFill flip="none" rotWithShape="1">
                  <a:gsLst>
                    <a:gs pos="0">
                      <a:srgbClr val="20419A"/>
                    </a:gs>
                    <a:gs pos="98000">
                      <a:srgbClr val="763F98"/>
                    </a:gs>
                    <a:gs pos="54000">
                      <a:srgbClr val="0BB1A9"/>
                    </a:gs>
                  </a:gsLst>
                  <a:lin ang="10800000" scaled="1"/>
                  <a:tileRect/>
                </a:gradFill>
                <a:latin typeface="Museo Sans 900" panose="02000000000000000000" pitchFamily="2" charset="77"/>
                <a:ea typeface="Calibri"/>
                <a:cs typeface="Calibri"/>
              </a:endParaRPr>
            </a:p>
          </p:txBody>
        </p:sp>
        <p:sp>
          <p:nvSpPr>
            <p:cNvPr id="20" name="TextBox 19">
              <a:extLst>
                <a:ext uri="{FF2B5EF4-FFF2-40B4-BE49-F238E27FC236}">
                  <a16:creationId xmlns:a16="http://schemas.microsoft.com/office/drawing/2014/main" id="{A4961B64-AAB2-53CC-51FF-2F9B869189D6}"/>
                </a:ext>
              </a:extLst>
            </p:cNvPr>
            <p:cNvSpPr txBox="1"/>
            <p:nvPr/>
          </p:nvSpPr>
          <p:spPr>
            <a:xfrm>
              <a:off x="4809090" y="87738"/>
              <a:ext cx="4403502" cy="400110"/>
            </a:xfrm>
            <a:prstGeom prst="rect">
              <a:avLst/>
            </a:prstGeom>
            <a:noFill/>
          </p:spPr>
          <p:txBody>
            <a:bodyPr wrap="square">
              <a:spAutoFit/>
            </a:bodyPr>
            <a:lstStyle/>
            <a:p>
              <a:pPr algn="ctr"/>
              <a:r>
                <a:rPr lang="en-US" sz="2000" b="1" dirty="0">
                  <a:gradFill>
                    <a:gsLst>
                      <a:gs pos="0">
                        <a:schemeClr val="bg1"/>
                      </a:gs>
                      <a:gs pos="98000">
                        <a:srgbClr val="00B1A9"/>
                      </a:gs>
                    </a:gsLst>
                    <a:lin ang="5400000" scaled="1"/>
                  </a:gradFill>
                  <a:latin typeface="Museo Sans 900" panose="02000000000000000000" pitchFamily="50" charset="0"/>
                  <a:ea typeface="Verdana"/>
                  <a:cs typeface="Poppins" pitchFamily="2" charset="77"/>
                </a:rPr>
                <a:t>RELATIONSHIP &amp; CARDINALITY</a:t>
              </a:r>
              <a:endParaRPr lang="en-GB" sz="2000" dirty="0">
                <a:gradFill>
                  <a:gsLst>
                    <a:gs pos="0">
                      <a:schemeClr val="bg1"/>
                    </a:gs>
                    <a:gs pos="98000">
                      <a:srgbClr val="00B1A9"/>
                    </a:gs>
                  </a:gsLst>
                  <a:lin ang="5400000" scaled="1"/>
                </a:gradFill>
              </a:endParaRPr>
            </a:p>
          </p:txBody>
        </p:sp>
      </p:grpSp>
      <p:sp>
        <p:nvSpPr>
          <p:cNvPr id="2" name="TextBox 1">
            <a:extLst>
              <a:ext uri="{FF2B5EF4-FFF2-40B4-BE49-F238E27FC236}">
                <a16:creationId xmlns:a16="http://schemas.microsoft.com/office/drawing/2014/main" id="{93CFE326-B4EF-599F-9174-BDD111A788E1}"/>
              </a:ext>
            </a:extLst>
          </p:cNvPr>
          <p:cNvSpPr txBox="1"/>
          <p:nvPr/>
        </p:nvSpPr>
        <p:spPr>
          <a:xfrm>
            <a:off x="482612" y="906122"/>
            <a:ext cx="10957548" cy="5355312"/>
          </a:xfrm>
          <a:prstGeom prst="rect">
            <a:avLst/>
          </a:prstGeom>
          <a:noFill/>
        </p:spPr>
        <p:txBody>
          <a:bodyPr wrap="square" rtlCol="0">
            <a:spAutoFit/>
          </a:bodyPr>
          <a:lstStyle/>
          <a:p>
            <a:r>
              <a:rPr lang="en-GB" dirty="0">
                <a:solidFill>
                  <a:srgbClr val="002060"/>
                </a:solidFill>
                <a:latin typeface="Museo Sans 300" panose="02000000000000000000" pitchFamily="50" charset="0"/>
                <a:cs typeface="Arial" panose="020B0604020202020204" pitchFamily="34" charset="0"/>
              </a:rPr>
              <a:t>All relationship are based on one to many (1:N) relationship : </a:t>
            </a:r>
          </a:p>
          <a:p>
            <a:endParaRPr lang="en-GB" dirty="0">
              <a:solidFill>
                <a:srgbClr val="002060"/>
              </a:solidFill>
              <a:latin typeface="Museo Sans 300" panose="02000000000000000000" pitchFamily="50" charset="0"/>
              <a:cs typeface="Arial" panose="020B0604020202020204" pitchFamily="34" charset="0"/>
            </a:endParaRPr>
          </a:p>
          <a:p>
            <a:pPr marL="174625" indent="-174625">
              <a:buFont typeface="Courier New" panose="02070309020205020404" pitchFamily="49" charset="0"/>
              <a:buChar char="o"/>
            </a:pPr>
            <a:r>
              <a:rPr lang="en-GB" dirty="0">
                <a:solidFill>
                  <a:srgbClr val="002060"/>
                </a:solidFill>
                <a:latin typeface="Museo Sans 300" panose="02000000000000000000" pitchFamily="50" charset="0"/>
                <a:cs typeface="Arial" panose="020B0604020202020204" pitchFamily="34" charset="0"/>
              </a:rPr>
              <a:t>PAC to Fields (1:N) : One PAC can be associated with many fields, while each field can only belong to one PAC.</a:t>
            </a:r>
          </a:p>
          <a:p>
            <a:endParaRPr lang="en-GB" dirty="0">
              <a:solidFill>
                <a:srgbClr val="002060"/>
              </a:solidFill>
              <a:latin typeface="Museo Sans 300" panose="02000000000000000000" pitchFamily="50" charset="0"/>
              <a:cs typeface="Arial" panose="020B0604020202020204" pitchFamily="34" charset="0"/>
            </a:endParaRPr>
          </a:p>
          <a:p>
            <a:pPr marL="174625" indent="-174625">
              <a:buFont typeface="Courier New" panose="02070309020205020404" pitchFamily="49" charset="0"/>
              <a:buChar char="o"/>
            </a:pPr>
            <a:r>
              <a:rPr lang="en-GB" dirty="0">
                <a:solidFill>
                  <a:srgbClr val="002060"/>
                </a:solidFill>
                <a:latin typeface="Museo Sans 300" panose="02000000000000000000" pitchFamily="50" charset="0"/>
                <a:cs typeface="Arial" panose="020B0604020202020204" pitchFamily="34" charset="0"/>
              </a:rPr>
              <a:t>Regions to Fields (1:N) : One region can contain multiple fields, whereas each field is assigned to a single region.</a:t>
            </a:r>
          </a:p>
          <a:p>
            <a:endParaRPr lang="en-GB" dirty="0">
              <a:solidFill>
                <a:srgbClr val="002060"/>
              </a:solidFill>
              <a:latin typeface="Museo Sans 300" panose="02000000000000000000" pitchFamily="50" charset="0"/>
              <a:cs typeface="Arial" panose="020B0604020202020204" pitchFamily="34" charset="0"/>
            </a:endParaRPr>
          </a:p>
          <a:p>
            <a:pPr marL="174625" indent="-174625">
              <a:buFont typeface="Courier New" panose="02070309020205020404" pitchFamily="49" charset="0"/>
              <a:buChar char="o"/>
            </a:pPr>
            <a:r>
              <a:rPr lang="en-GB" dirty="0">
                <a:solidFill>
                  <a:srgbClr val="002060"/>
                </a:solidFill>
                <a:latin typeface="Museo Sans 300" panose="02000000000000000000" pitchFamily="50" charset="0"/>
                <a:cs typeface="Arial" panose="020B0604020202020204" pitchFamily="34" charset="0"/>
              </a:rPr>
              <a:t>Fields to Wells (1 : N) : One field can have multiple wells, while each well is associated with only one field.</a:t>
            </a:r>
          </a:p>
          <a:p>
            <a:endParaRPr lang="en-GB" dirty="0">
              <a:solidFill>
                <a:srgbClr val="002060"/>
              </a:solidFill>
              <a:latin typeface="Museo Sans 300" panose="02000000000000000000" pitchFamily="50" charset="0"/>
              <a:cs typeface="Arial" panose="020B0604020202020204" pitchFamily="34" charset="0"/>
            </a:endParaRPr>
          </a:p>
          <a:p>
            <a:pPr marL="174625" indent="-174625">
              <a:buFont typeface="Courier New" panose="02070309020205020404" pitchFamily="49" charset="0"/>
              <a:buChar char="o"/>
            </a:pPr>
            <a:r>
              <a:rPr lang="en-GB" dirty="0">
                <a:solidFill>
                  <a:srgbClr val="002060"/>
                </a:solidFill>
                <a:latin typeface="Museo Sans 300" panose="02000000000000000000" pitchFamily="50" charset="0"/>
                <a:cs typeface="Arial" panose="020B0604020202020204" pitchFamily="34" charset="0"/>
              </a:rPr>
              <a:t>Wells to Reports (1:N) : One well can have multiple type of reports generated for example NOOP &amp; FWR. Each report is associated to a single well.</a:t>
            </a:r>
          </a:p>
          <a:p>
            <a:endParaRPr lang="en-GB" dirty="0">
              <a:solidFill>
                <a:srgbClr val="002060"/>
              </a:solidFill>
              <a:latin typeface="Museo Sans 300" panose="02000000000000000000" pitchFamily="50" charset="0"/>
              <a:cs typeface="Arial" panose="020B0604020202020204" pitchFamily="34" charset="0"/>
            </a:endParaRPr>
          </a:p>
          <a:p>
            <a:pPr marL="174625" indent="-174625">
              <a:buFont typeface="Courier New" panose="02070309020205020404" pitchFamily="49" charset="0"/>
              <a:buChar char="o"/>
            </a:pPr>
            <a:r>
              <a:rPr lang="en-GB" dirty="0">
                <a:solidFill>
                  <a:srgbClr val="002060"/>
                </a:solidFill>
                <a:latin typeface="Museo Sans 300" panose="02000000000000000000" pitchFamily="50" charset="0"/>
                <a:cs typeface="Arial" panose="020B0604020202020204" pitchFamily="34" charset="0"/>
              </a:rPr>
              <a:t>Wells to </a:t>
            </a:r>
            <a:r>
              <a:rPr lang="en-GB" dirty="0" err="1">
                <a:solidFill>
                  <a:srgbClr val="002060"/>
                </a:solidFill>
                <a:latin typeface="Museo Sans 300" panose="02000000000000000000" pitchFamily="50" charset="0"/>
                <a:cs typeface="Arial" panose="020B0604020202020204" pitchFamily="34" charset="0"/>
              </a:rPr>
              <a:t>Drilling_Operations</a:t>
            </a:r>
            <a:r>
              <a:rPr lang="en-GB" dirty="0">
                <a:solidFill>
                  <a:srgbClr val="002060"/>
                </a:solidFill>
                <a:latin typeface="Museo Sans 300" panose="02000000000000000000" pitchFamily="50" charset="0"/>
                <a:cs typeface="Arial" panose="020B0604020202020204" pitchFamily="34" charset="0"/>
              </a:rPr>
              <a:t> (1:N) : One well can have multiple drilling operations throughout it </a:t>
            </a:r>
            <a:r>
              <a:rPr lang="en-GB" dirty="0" err="1">
                <a:solidFill>
                  <a:srgbClr val="002060"/>
                </a:solidFill>
                <a:latin typeface="Museo Sans 300" panose="02000000000000000000" pitchFamily="50" charset="0"/>
                <a:cs typeface="Arial" panose="020B0604020202020204" pitchFamily="34" charset="0"/>
              </a:rPr>
              <a:t>lifecyle</a:t>
            </a:r>
            <a:r>
              <a:rPr lang="en-GB" dirty="0">
                <a:solidFill>
                  <a:srgbClr val="002060"/>
                </a:solidFill>
                <a:latin typeface="Museo Sans 300" panose="02000000000000000000" pitchFamily="50" charset="0"/>
                <a:cs typeface="Arial" panose="020B0604020202020204" pitchFamily="34" charset="0"/>
              </a:rPr>
              <a:t>. </a:t>
            </a:r>
          </a:p>
          <a:p>
            <a:endParaRPr lang="en-GB" dirty="0">
              <a:solidFill>
                <a:srgbClr val="002060"/>
              </a:solidFill>
              <a:latin typeface="Museo Sans 300" panose="02000000000000000000" pitchFamily="50" charset="0"/>
              <a:cs typeface="Arial" panose="020B0604020202020204" pitchFamily="34" charset="0"/>
            </a:endParaRPr>
          </a:p>
          <a:p>
            <a:pPr marL="174625" indent="-174625">
              <a:buFont typeface="Courier New" panose="02070309020205020404" pitchFamily="49" charset="0"/>
              <a:buChar char="o"/>
            </a:pPr>
            <a:r>
              <a:rPr lang="en-GB" dirty="0">
                <a:solidFill>
                  <a:srgbClr val="002060"/>
                </a:solidFill>
                <a:latin typeface="Museo Sans 300" panose="02000000000000000000" pitchFamily="50" charset="0"/>
                <a:cs typeface="Arial" panose="020B0604020202020204" pitchFamily="34" charset="0"/>
              </a:rPr>
              <a:t>Rigs to </a:t>
            </a:r>
            <a:r>
              <a:rPr lang="en-GB" dirty="0" err="1">
                <a:solidFill>
                  <a:srgbClr val="002060"/>
                </a:solidFill>
                <a:latin typeface="Museo Sans 300" panose="02000000000000000000" pitchFamily="50" charset="0"/>
                <a:cs typeface="Arial" panose="020B0604020202020204" pitchFamily="34" charset="0"/>
              </a:rPr>
              <a:t>Drilling_Operations</a:t>
            </a:r>
            <a:r>
              <a:rPr lang="en-GB" dirty="0">
                <a:solidFill>
                  <a:srgbClr val="002060"/>
                </a:solidFill>
                <a:latin typeface="Museo Sans 300" panose="02000000000000000000" pitchFamily="50" charset="0"/>
                <a:cs typeface="Arial" panose="020B0604020202020204" pitchFamily="34" charset="0"/>
              </a:rPr>
              <a:t> (1:N) : One rig can be used in multiple drilling operations.</a:t>
            </a:r>
          </a:p>
          <a:p>
            <a:pPr marL="174625" indent="-174625">
              <a:buFont typeface="Courier New" panose="02070309020205020404" pitchFamily="49" charset="0"/>
              <a:buChar char="o"/>
            </a:pPr>
            <a:endParaRPr lang="en-GB" dirty="0">
              <a:solidFill>
                <a:srgbClr val="002060"/>
              </a:solidFill>
              <a:latin typeface="Museo Sans 300" panose="02000000000000000000" pitchFamily="50" charset="0"/>
              <a:cs typeface="Arial" panose="020B0604020202020204" pitchFamily="34" charset="0"/>
            </a:endParaRPr>
          </a:p>
        </p:txBody>
      </p:sp>
    </p:spTree>
    <p:extLst>
      <p:ext uri="{BB962C8B-B14F-4D97-AF65-F5344CB8AC3E}">
        <p14:creationId xmlns:p14="http://schemas.microsoft.com/office/powerpoint/2010/main" val="225548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10AD5-53B6-7FC7-58F2-E0F8DFF2AAD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8C8A75-7D8B-4C79-D8F5-62DC1922E4BB}"/>
              </a:ext>
            </a:extLst>
          </p:cNvPr>
          <p:cNvSpPr>
            <a:spLocks noGrp="1" noRot="1" noMove="1" noResize="1" noEditPoints="1" noAdjustHandles="1" noChangeArrowheads="1" noChangeShapeType="1"/>
          </p:cNvSpPr>
          <p:nvPr/>
        </p:nvSpPr>
        <p:spPr>
          <a:xfrm>
            <a:off x="0" y="0"/>
            <a:ext cx="12192000" cy="6858000"/>
          </a:xfrm>
          <a:prstGeom prst="rect">
            <a:avLst/>
          </a:prstGeom>
          <a:gradFill>
            <a:gsLst>
              <a:gs pos="46000">
                <a:srgbClr val="20419B"/>
              </a:gs>
              <a:gs pos="100000">
                <a:srgbClr val="00B1A9"/>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A5C0812E-F23B-EE3E-A865-0E50473189B7}"/>
              </a:ext>
            </a:extLst>
          </p:cNvPr>
          <p:cNvSpPr>
            <a:spLocks noGrp="1" noRot="1" noMove="1" noResize="1" noEditPoints="1" noAdjustHandles="1" noChangeArrowheads="1" noChangeShapeType="1"/>
          </p:cNvSpPr>
          <p:nvPr/>
        </p:nvSpPr>
        <p:spPr>
          <a:xfrm>
            <a:off x="184485" y="160092"/>
            <a:ext cx="11831320" cy="6552620"/>
          </a:xfrm>
          <a:prstGeom prst="roundRect">
            <a:avLst>
              <a:gd name="adj" fmla="val 2736"/>
            </a:avLst>
          </a:prstGeom>
          <a:solidFill>
            <a:schemeClr val="bg1"/>
          </a:solid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19CC6A7D-3B97-AD39-D1FE-C5B127765B0B}"/>
              </a:ext>
            </a:extLst>
          </p:cNvPr>
          <p:cNvGrpSpPr/>
          <p:nvPr/>
        </p:nvGrpSpPr>
        <p:grpSpPr>
          <a:xfrm>
            <a:off x="3773485" y="3229"/>
            <a:ext cx="4641308" cy="554157"/>
            <a:chOff x="4711036" y="14801"/>
            <a:chExt cx="4641308" cy="554157"/>
          </a:xfrm>
        </p:grpSpPr>
        <p:sp>
          <p:nvSpPr>
            <p:cNvPr id="17" name="Trapezoid 16">
              <a:extLst>
                <a:ext uri="{FF2B5EF4-FFF2-40B4-BE49-F238E27FC236}">
                  <a16:creationId xmlns:a16="http://schemas.microsoft.com/office/drawing/2014/main" id="{2556B235-EB6E-89EC-F4F9-7E37D6FF4D4B}"/>
                </a:ext>
              </a:extLst>
            </p:cNvPr>
            <p:cNvSpPr/>
            <p:nvPr/>
          </p:nvSpPr>
          <p:spPr>
            <a:xfrm rot="10800000">
              <a:off x="4711036" y="14801"/>
              <a:ext cx="4641308" cy="554157"/>
            </a:xfrm>
            <a:prstGeom prst="trapezoid">
              <a:avLst>
                <a:gd name="adj" fmla="val 43334"/>
              </a:avLst>
            </a:prstGeom>
            <a:solidFill>
              <a:srgbClr val="20419B"/>
            </a:solidFill>
            <a:ln w="38100">
              <a:noFill/>
            </a:ln>
            <a:effectLst>
              <a:innerShdw blurRad="317500">
                <a:prstClr val="black">
                  <a:alpha val="90000"/>
                </a:prstClr>
              </a:innerShdw>
            </a:effectLst>
            <a:scene3d>
              <a:camera prst="orthographicFront"/>
              <a:lightRig rig="threePt" dir="t">
                <a:rot lat="0" lon="0" rev="7800000"/>
              </a:lightRig>
            </a:scene3d>
            <a:sp3d prstMaterial="dkEdge">
              <a:contourClr>
                <a:srgbClr val="00206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1">
                <a:gradFill flip="none" rotWithShape="1">
                  <a:gsLst>
                    <a:gs pos="0">
                      <a:srgbClr val="20419A"/>
                    </a:gs>
                    <a:gs pos="98000">
                      <a:srgbClr val="763F98"/>
                    </a:gs>
                    <a:gs pos="54000">
                      <a:srgbClr val="0BB1A9"/>
                    </a:gs>
                  </a:gsLst>
                  <a:lin ang="10800000" scaled="1"/>
                  <a:tileRect/>
                </a:gradFill>
                <a:latin typeface="Museo Sans 900" panose="02000000000000000000" pitchFamily="2" charset="77"/>
                <a:ea typeface="Calibri"/>
                <a:cs typeface="Calibri"/>
              </a:endParaRPr>
            </a:p>
          </p:txBody>
        </p:sp>
        <p:sp>
          <p:nvSpPr>
            <p:cNvPr id="20" name="TextBox 19">
              <a:extLst>
                <a:ext uri="{FF2B5EF4-FFF2-40B4-BE49-F238E27FC236}">
                  <a16:creationId xmlns:a16="http://schemas.microsoft.com/office/drawing/2014/main" id="{C32DA10D-55B0-8883-312D-00AA272ED0B4}"/>
                </a:ext>
              </a:extLst>
            </p:cNvPr>
            <p:cNvSpPr txBox="1"/>
            <p:nvPr/>
          </p:nvSpPr>
          <p:spPr>
            <a:xfrm>
              <a:off x="4809090" y="87738"/>
              <a:ext cx="4403502" cy="400110"/>
            </a:xfrm>
            <a:prstGeom prst="rect">
              <a:avLst/>
            </a:prstGeom>
            <a:noFill/>
          </p:spPr>
          <p:txBody>
            <a:bodyPr wrap="square">
              <a:spAutoFit/>
            </a:bodyPr>
            <a:lstStyle/>
            <a:p>
              <a:pPr algn="ctr"/>
              <a:r>
                <a:rPr lang="en-US" sz="2000" b="1" dirty="0">
                  <a:gradFill>
                    <a:gsLst>
                      <a:gs pos="0">
                        <a:schemeClr val="bg1"/>
                      </a:gs>
                      <a:gs pos="98000">
                        <a:srgbClr val="00B1A9"/>
                      </a:gs>
                    </a:gsLst>
                    <a:lin ang="5400000" scaled="1"/>
                  </a:gradFill>
                  <a:latin typeface="Museo Sans 900" panose="02000000000000000000" pitchFamily="50" charset="0"/>
                  <a:ea typeface="Verdana"/>
                  <a:cs typeface="Poppins" pitchFamily="2" charset="77"/>
                </a:rPr>
                <a:t>NORMALIZATION DECISION</a:t>
              </a:r>
              <a:endParaRPr lang="en-GB" sz="2000" dirty="0">
                <a:gradFill>
                  <a:gsLst>
                    <a:gs pos="0">
                      <a:schemeClr val="bg1"/>
                    </a:gs>
                    <a:gs pos="98000">
                      <a:srgbClr val="00B1A9"/>
                    </a:gs>
                  </a:gsLst>
                  <a:lin ang="5400000" scaled="1"/>
                </a:gradFill>
              </a:endParaRPr>
            </a:p>
          </p:txBody>
        </p:sp>
      </p:grpSp>
      <p:sp>
        <p:nvSpPr>
          <p:cNvPr id="42" name="TextBox 41">
            <a:extLst>
              <a:ext uri="{FF2B5EF4-FFF2-40B4-BE49-F238E27FC236}">
                <a16:creationId xmlns:a16="http://schemas.microsoft.com/office/drawing/2014/main" id="{845D1E40-4C8A-B580-71D2-F7334577BAB4}"/>
              </a:ext>
            </a:extLst>
          </p:cNvPr>
          <p:cNvSpPr txBox="1"/>
          <p:nvPr/>
        </p:nvSpPr>
        <p:spPr>
          <a:xfrm>
            <a:off x="528591" y="1546202"/>
            <a:ext cx="11487214" cy="584775"/>
          </a:xfrm>
          <a:prstGeom prst="rect">
            <a:avLst/>
          </a:prstGeom>
          <a:noFill/>
        </p:spPr>
        <p:txBody>
          <a:bodyPr wrap="square" rtlCol="0">
            <a:spAutoFit/>
          </a:bodyPr>
          <a:lstStyle/>
          <a:p>
            <a:r>
              <a:rPr lang="en-GB" sz="1600" dirty="0">
                <a:solidFill>
                  <a:srgbClr val="002060"/>
                </a:solidFill>
                <a:latin typeface="Museo Sans 300" panose="02000000000000000000" pitchFamily="50" charset="0"/>
                <a:cs typeface="Arial" panose="020B0604020202020204" pitchFamily="34" charset="0"/>
              </a:rPr>
              <a:t>All repeating groups and multi-valued attributes (such as multiple operations, rigs, or reports within a single record) were decomposed into separate rows, ensuring atomic values and unique record identification</a:t>
            </a:r>
            <a:endParaRPr lang="en-GB" sz="1600" dirty="0">
              <a:latin typeface="Aptos Display" panose="020B0004020202020204" pitchFamily="34" charset="0"/>
            </a:endParaRPr>
          </a:p>
        </p:txBody>
      </p:sp>
      <p:sp>
        <p:nvSpPr>
          <p:cNvPr id="43" name="Subtitle 6">
            <a:extLst>
              <a:ext uri="{FF2B5EF4-FFF2-40B4-BE49-F238E27FC236}">
                <a16:creationId xmlns:a16="http://schemas.microsoft.com/office/drawing/2014/main" id="{7F3B29D2-6C5B-42E8-CAFA-891A1BD60590}"/>
              </a:ext>
            </a:extLst>
          </p:cNvPr>
          <p:cNvSpPr>
            <a:spLocks noGrp="1"/>
          </p:cNvSpPr>
          <p:nvPr/>
        </p:nvSpPr>
        <p:spPr>
          <a:xfrm>
            <a:off x="528592" y="1242110"/>
            <a:ext cx="1646860" cy="34649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dirty="0">
                <a:solidFill>
                  <a:srgbClr val="002060"/>
                </a:solidFill>
                <a:latin typeface="Museo Sans 900" panose="02000000000000000000" pitchFamily="50" charset="0"/>
              </a:rPr>
              <a:t>1NF</a:t>
            </a:r>
          </a:p>
        </p:txBody>
      </p:sp>
      <p:sp>
        <p:nvSpPr>
          <p:cNvPr id="2" name="Subtitle 6">
            <a:extLst>
              <a:ext uri="{FF2B5EF4-FFF2-40B4-BE49-F238E27FC236}">
                <a16:creationId xmlns:a16="http://schemas.microsoft.com/office/drawing/2014/main" id="{92950570-B858-503A-7EA8-972C2CADB180}"/>
              </a:ext>
            </a:extLst>
          </p:cNvPr>
          <p:cNvSpPr>
            <a:spLocks noGrp="1"/>
          </p:cNvSpPr>
          <p:nvPr/>
        </p:nvSpPr>
        <p:spPr>
          <a:xfrm>
            <a:off x="528592" y="2632168"/>
            <a:ext cx="1646860" cy="34649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dirty="0">
                <a:solidFill>
                  <a:srgbClr val="002060"/>
                </a:solidFill>
                <a:latin typeface="Museo Sans 900" panose="02000000000000000000" pitchFamily="50" charset="0"/>
              </a:rPr>
              <a:t>2NF</a:t>
            </a:r>
          </a:p>
        </p:txBody>
      </p:sp>
      <p:sp>
        <p:nvSpPr>
          <p:cNvPr id="3" name="TextBox 2">
            <a:extLst>
              <a:ext uri="{FF2B5EF4-FFF2-40B4-BE49-F238E27FC236}">
                <a16:creationId xmlns:a16="http://schemas.microsoft.com/office/drawing/2014/main" id="{C1037CA8-B53F-A4BB-1CEC-385BBAC98359}"/>
              </a:ext>
            </a:extLst>
          </p:cNvPr>
          <p:cNvSpPr txBox="1"/>
          <p:nvPr/>
        </p:nvSpPr>
        <p:spPr>
          <a:xfrm>
            <a:off x="528591" y="2905780"/>
            <a:ext cx="11487214" cy="830997"/>
          </a:xfrm>
          <a:prstGeom prst="rect">
            <a:avLst/>
          </a:prstGeom>
          <a:noFill/>
        </p:spPr>
        <p:txBody>
          <a:bodyPr wrap="square" rtlCol="0">
            <a:spAutoFit/>
          </a:bodyPr>
          <a:lstStyle>
            <a:defPPr>
              <a:defRPr lang="en-US"/>
            </a:defPPr>
            <a:lvl1pPr>
              <a:defRPr sz="1600">
                <a:solidFill>
                  <a:srgbClr val="002060"/>
                </a:solidFill>
                <a:latin typeface="Museo Sans 300" panose="02000000000000000000" pitchFamily="50" charset="0"/>
                <a:cs typeface="Arial" panose="020B0604020202020204" pitchFamily="34" charset="0"/>
              </a:defRPr>
            </a:lvl1pPr>
          </a:lstStyle>
          <a:p>
            <a:r>
              <a:rPr lang="en-GB" dirty="0"/>
              <a:t>Partial dependencies were removed by separating data into distinct entities such as PAC, Regions, Fields, Wells, Rigs, Reports, and </a:t>
            </a:r>
            <a:r>
              <a:rPr lang="en-GB" dirty="0" err="1"/>
              <a:t>Drilling_Operations</a:t>
            </a:r>
            <a:r>
              <a:rPr lang="en-GB" dirty="0"/>
              <a:t>. Each non-key attribute was ensured to be fully dependent on the entire primary key of its respective table.</a:t>
            </a:r>
          </a:p>
        </p:txBody>
      </p:sp>
      <p:sp>
        <p:nvSpPr>
          <p:cNvPr id="5" name="Subtitle 6">
            <a:extLst>
              <a:ext uri="{FF2B5EF4-FFF2-40B4-BE49-F238E27FC236}">
                <a16:creationId xmlns:a16="http://schemas.microsoft.com/office/drawing/2014/main" id="{B09FF39A-6D1D-8CCF-78CD-0F4432091A98}"/>
              </a:ext>
            </a:extLst>
          </p:cNvPr>
          <p:cNvSpPr>
            <a:spLocks noGrp="1"/>
          </p:cNvSpPr>
          <p:nvPr/>
        </p:nvSpPr>
        <p:spPr>
          <a:xfrm>
            <a:off x="520302" y="4029231"/>
            <a:ext cx="1646860" cy="34649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dirty="0">
                <a:solidFill>
                  <a:srgbClr val="002060"/>
                </a:solidFill>
                <a:latin typeface="Museo Sans 900" panose="02000000000000000000" pitchFamily="50" charset="0"/>
              </a:rPr>
              <a:t>3NF</a:t>
            </a:r>
          </a:p>
        </p:txBody>
      </p:sp>
      <p:sp>
        <p:nvSpPr>
          <p:cNvPr id="6" name="TextBox 5">
            <a:extLst>
              <a:ext uri="{FF2B5EF4-FFF2-40B4-BE49-F238E27FC236}">
                <a16:creationId xmlns:a16="http://schemas.microsoft.com/office/drawing/2014/main" id="{CC4401A5-A1DA-00F3-718C-D764A3E07F14}"/>
              </a:ext>
            </a:extLst>
          </p:cNvPr>
          <p:cNvSpPr txBox="1"/>
          <p:nvPr/>
        </p:nvSpPr>
        <p:spPr>
          <a:xfrm>
            <a:off x="520301" y="4354514"/>
            <a:ext cx="11487214" cy="954107"/>
          </a:xfrm>
          <a:prstGeom prst="rect">
            <a:avLst/>
          </a:prstGeom>
          <a:noFill/>
        </p:spPr>
        <p:txBody>
          <a:bodyPr wrap="square" rtlCol="0">
            <a:spAutoFit/>
          </a:bodyPr>
          <a:lstStyle>
            <a:defPPr>
              <a:defRPr lang="en-US"/>
            </a:defPPr>
            <a:lvl1pPr>
              <a:defRPr sz="1600">
                <a:solidFill>
                  <a:srgbClr val="002060"/>
                </a:solidFill>
                <a:latin typeface="Museo Sans 300" panose="02000000000000000000" pitchFamily="50" charset="0"/>
                <a:cs typeface="Arial" panose="020B0604020202020204" pitchFamily="34" charset="0"/>
              </a:defRPr>
            </a:lvl1pPr>
          </a:lstStyle>
          <a:p>
            <a:r>
              <a:rPr lang="en-GB" dirty="0"/>
              <a:t>Transitive dependencies were eliminated by isolating attributes that do not directly depend on the primary key into their own tables. For example, hierarchical relationships such as PAC → Fields and Regions → Fields, as well as operational relationships such as Wells → Reports and Wells/Rigs → </a:t>
            </a:r>
            <a:r>
              <a:rPr lang="en-GB" dirty="0" err="1"/>
              <a:t>Drilling_Operations</a:t>
            </a:r>
            <a:r>
              <a:rPr lang="en-GB" dirty="0"/>
              <a:t>, were established using foreign keys. This normalization process resulted in a structured relational schema with well-defined one-to-many relationships, reduced data redundancy, and improved referential integrity across the dataset.</a:t>
            </a:r>
          </a:p>
        </p:txBody>
      </p:sp>
    </p:spTree>
    <p:extLst>
      <p:ext uri="{BB962C8B-B14F-4D97-AF65-F5344CB8AC3E}">
        <p14:creationId xmlns:p14="http://schemas.microsoft.com/office/powerpoint/2010/main" val="2048249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03ad7b2-93d4-41e9-a098-b1febc82f3d0}" enabled="1" method="Privileged" siteId="{3b2e8941-7948-4131-978a-b2dfc7295091}" removed="0"/>
</clbl:labelList>
</file>

<file path=docProps/app.xml><?xml version="1.0" encoding="utf-8"?>
<Properties xmlns="http://schemas.openxmlformats.org/officeDocument/2006/extended-properties" xmlns:vt="http://schemas.openxmlformats.org/officeDocument/2006/docPropsVTypes">
  <TotalTime>648</TotalTime>
  <Words>732</Words>
  <Application>Microsoft Office PowerPoint</Application>
  <PresentationFormat>Widescreen</PresentationFormat>
  <Paragraphs>175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Aptos Display</vt:lpstr>
      <vt:lpstr>Arial</vt:lpstr>
      <vt:lpstr>Courier New</vt:lpstr>
      <vt:lpstr>Museo Sans 300</vt:lpstr>
      <vt:lpstr>Museo Sans 900</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PETROLIAM NASIONAL BERHAD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 Zulhafizal Misrat (Dev/Upstream)</dc:creator>
  <cp:lastModifiedBy>M Zulhafizal Misrat (Dev/Upstream)</cp:lastModifiedBy>
  <cp:revision>1</cp:revision>
  <dcterms:created xsi:type="dcterms:W3CDTF">2026-05-31T07:47:10Z</dcterms:created>
  <dcterms:modified xsi:type="dcterms:W3CDTF">2026-05-31T18:36:04Z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[Open]</vt:lpwstr>
  </property>
</Properties>
</file>